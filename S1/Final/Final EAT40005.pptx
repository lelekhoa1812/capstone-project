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omments/modernComment_105_91629E32.xml" ContentType="application/vnd.ms-powerpoint.comment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8" r:id="rId5"/>
    <p:sldId id="276" r:id="rId6"/>
    <p:sldId id="277" r:id="rId7"/>
    <p:sldId id="278" r:id="rId8"/>
    <p:sldId id="261" r:id="rId9"/>
    <p:sldId id="272" r:id="rId10"/>
    <p:sldId id="270" r:id="rId11"/>
    <p:sldId id="271" r:id="rId12"/>
    <p:sldId id="273" r:id="rId13"/>
    <p:sldId id="274" r:id="rId14"/>
    <p:sldId id="275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E51127-6D9E-8AF8-93F2-3F23E52DF2DA}" name="DANG KHOA LE" initials="DL" userId="S::103844421@student.swin.edu.au::1f5f457a-11fb-4a79-9dec-fe88eead2d27" providerId="AD"/>
  <p188:author id="{DAC3B0B0-4282-B0DD-201A-1ECB5E698878}" name="DALE BENT" initials="DB" userId="S::102567413@student.swin.edu.au::96a81b0f-1c48-476b-8afa-ac2980cbb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7B1D8-501C-C8CE-A825-00322839C088}" v="134" dt="2025-06-12T10:43:28.181"/>
    <p1510:client id="{9F930487-324C-63D7-A431-4C0CD8D17D0F}" v="4" dt="2025-06-12T09:43:36.179"/>
    <p1510:client id="{D07BB643-25C2-4EEF-A2B6-8D798728AF41}" v="5" dt="2025-06-12T09:50:36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62"/>
    <p:restoredTop sz="94648"/>
  </p:normalViewPr>
  <p:slideViewPr>
    <p:cSldViewPr snapToGrid="0">
      <p:cViewPr varScale="1">
        <p:scale>
          <a:sx n="70" d="100"/>
          <a:sy n="70" d="100"/>
        </p:scale>
        <p:origin x="216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E BENT" userId="S::102567413@student.swin.edu.au::96a81b0f-1c48-476b-8afa-ac2980cbb662" providerId="AD" clId="Web-{9F930487-324C-63D7-A431-4C0CD8D17D0F}"/>
    <pc:docChg chg="mod">
      <pc:chgData name="DALE BENT" userId="S::102567413@student.swin.edu.au::96a81b0f-1c48-476b-8afa-ac2980cbb662" providerId="AD" clId="Web-{9F930487-324C-63D7-A431-4C0CD8D17D0F}" dt="2025-06-12T09:43:25.928" v="0"/>
      <pc:docMkLst>
        <pc:docMk/>
      </pc:docMkLst>
    </pc:docChg>
  </pc:docChgLst>
  <pc:docChgLst>
    <pc:chgData name="BARSAT ZULKARNINE" userId="f3e54b23-e4b3-4c11-bbb6-998f3fdd0aa1" providerId="ADAL" clId="{D07BB643-25C2-4EEF-A2B6-8D798728AF41}"/>
    <pc:docChg chg="undo redo custSel addSld delSld modSld">
      <pc:chgData name="BARSAT ZULKARNINE" userId="f3e54b23-e4b3-4c11-bbb6-998f3fdd0aa1" providerId="ADAL" clId="{D07BB643-25C2-4EEF-A2B6-8D798728AF41}" dt="2025-06-12T09:50:36.939" v="88" actId="47"/>
      <pc:docMkLst>
        <pc:docMk/>
      </pc:docMkLst>
      <pc:sldChg chg="modSp new add del mod">
        <pc:chgData name="BARSAT ZULKARNINE" userId="f3e54b23-e4b3-4c11-bbb6-998f3fdd0aa1" providerId="ADAL" clId="{D07BB643-25C2-4EEF-A2B6-8D798728AF41}" dt="2025-06-12T09:50:36.939" v="88" actId="47"/>
        <pc:sldMkLst>
          <pc:docMk/>
          <pc:sldMk cId="3310595524" sldId="268"/>
        </pc:sldMkLst>
        <pc:spChg chg="mod">
          <ac:chgData name="BARSAT ZULKARNINE" userId="f3e54b23-e4b3-4c11-bbb6-998f3fdd0aa1" providerId="ADAL" clId="{D07BB643-25C2-4EEF-A2B6-8D798728AF41}" dt="2025-06-12T06:49:44.471" v="81" actId="20577"/>
          <ac:spMkLst>
            <pc:docMk/>
            <pc:sldMk cId="3310595524" sldId="268"/>
            <ac:spMk id="2" creationId="{8C7D8D71-13B9-75D7-6772-395AD1F93439}"/>
          </ac:spMkLst>
        </pc:spChg>
      </pc:sldChg>
      <pc:sldChg chg="addSp delSp modSp new mod setBg">
        <pc:chgData name="BARSAT ZULKARNINE" userId="f3e54b23-e4b3-4c11-bbb6-998f3fdd0aa1" providerId="ADAL" clId="{D07BB643-25C2-4EEF-A2B6-8D798728AF41}" dt="2025-06-12T08:04:53.281" v="85" actId="26606"/>
        <pc:sldMkLst>
          <pc:docMk/>
          <pc:sldMk cId="1119532027" sldId="269"/>
        </pc:sldMkLst>
        <pc:spChg chg="mod">
          <ac:chgData name="BARSAT ZULKARNINE" userId="f3e54b23-e4b3-4c11-bbb6-998f3fdd0aa1" providerId="ADAL" clId="{D07BB643-25C2-4EEF-A2B6-8D798728AF41}" dt="2025-06-12T08:04:53.281" v="85" actId="26606"/>
          <ac:spMkLst>
            <pc:docMk/>
            <pc:sldMk cId="1119532027" sldId="269"/>
            <ac:spMk id="2" creationId="{A1EBF978-3D17-61FB-D78E-0108F734E33D}"/>
          </ac:spMkLst>
        </pc:spChg>
        <pc:spChg chg="del">
          <ac:chgData name="BARSAT ZULKARNINE" userId="f3e54b23-e4b3-4c11-bbb6-998f3fdd0aa1" providerId="ADAL" clId="{D07BB643-25C2-4EEF-A2B6-8D798728AF41}" dt="2025-06-12T08:04:44.944" v="84"/>
          <ac:spMkLst>
            <pc:docMk/>
            <pc:sldMk cId="1119532027" sldId="269"/>
            <ac:spMk id="3" creationId="{47EEF2D6-CC49-48B0-B7B8-C5049182B5B0}"/>
          </ac:spMkLst>
        </pc:spChg>
        <pc:spChg chg="add del mod">
          <ac:chgData name="BARSAT ZULKARNINE" userId="f3e54b23-e4b3-4c11-bbb6-998f3fdd0aa1" providerId="ADAL" clId="{D07BB643-25C2-4EEF-A2B6-8D798728AF41}" dt="2025-06-12T08:04:53.281" v="85" actId="26606"/>
          <ac:spMkLst>
            <pc:docMk/>
            <pc:sldMk cId="1119532027" sldId="269"/>
            <ac:spMk id="4" creationId="{46E08C41-067E-83F6-31AC-34D35A561402}"/>
          </ac:spMkLst>
        </pc:spChg>
        <pc:spChg chg="add">
          <ac:chgData name="BARSAT ZULKARNINE" userId="f3e54b23-e4b3-4c11-bbb6-998f3fdd0aa1" providerId="ADAL" clId="{D07BB643-25C2-4EEF-A2B6-8D798728AF41}" dt="2025-06-12T08:04:53.281" v="85" actId="26606"/>
          <ac:spMkLst>
            <pc:docMk/>
            <pc:sldMk cId="1119532027" sldId="269"/>
            <ac:spMk id="10" creationId="{353CF00F-82D0-0DBA-75D5-1D01B4526C68}"/>
          </ac:spMkLst>
        </pc:spChg>
        <pc:graphicFrameChg chg="add">
          <ac:chgData name="BARSAT ZULKARNINE" userId="f3e54b23-e4b3-4c11-bbb6-998f3fdd0aa1" providerId="ADAL" clId="{D07BB643-25C2-4EEF-A2B6-8D798728AF41}" dt="2025-06-12T08:04:53.281" v="85" actId="26606"/>
          <ac:graphicFrameMkLst>
            <pc:docMk/>
            <pc:sldMk cId="1119532027" sldId="269"/>
            <ac:graphicFrameMk id="6" creationId="{99B68632-19D5-C9CF-4F2F-A9646FCE9DEC}"/>
          </ac:graphicFrameMkLst>
        </pc:graphicFrameChg>
      </pc:sldChg>
    </pc:docChg>
  </pc:docChgLst>
  <pc:docChgLst>
    <pc:chgData name="DANG KHOA LE" userId="S::103844421@student.swin.edu.au::1f5f457a-11fb-4a79-9dec-fe88eead2d27" providerId="AD" clId="Web-{8AE7B1D8-501C-C8CE-A825-00322839C088}"/>
    <pc:docChg chg="mod addSld delSld modSld addMainMaster delMainMaster">
      <pc:chgData name="DANG KHOA LE" userId="S::103844421@student.swin.edu.au::1f5f457a-11fb-4a79-9dec-fe88eead2d27" providerId="AD" clId="Web-{8AE7B1D8-501C-C8CE-A825-00322839C088}" dt="2025-06-12T10:43:28.181" v="501" actId="14100"/>
      <pc:docMkLst>
        <pc:docMk/>
      </pc:docMkLst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09:59:42.849" v="203"/>
        <pc:sldMkLst>
          <pc:docMk/>
          <pc:sldMk cId="4260206787" sldId="256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4260206787" sldId="256"/>
            <ac:spMk id="2" creationId="{DB2954FF-E538-55D2-AB6D-CC5570A4136F}"/>
          </ac:spMkLst>
        </pc:spChg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4260206787" sldId="256"/>
            <ac:spMk id="3" creationId="{42A920AF-DFE4-207A-154F-5980B55F0F8F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4260206787" sldId="256"/>
            <ac:spMk id="8" creationId="{A3E8498D-DA8F-EF6C-5420-F153D4979209}"/>
          </ac:spMkLst>
        </pc:spChg>
      </pc:sldChg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09:59:42.849" v="203"/>
        <pc:sldMkLst>
          <pc:docMk/>
          <pc:sldMk cId="4205471310" sldId="257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4205471310" sldId="257"/>
            <ac:spMk id="2" creationId="{4FD3C371-80AB-86BE-44D7-71BA9B13DF4A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4205471310" sldId="257"/>
            <ac:spMk id="10" creationId="{600DC1B0-7E1A-BD02-3F93-19E6B1B75075}"/>
          </ac:spMkLst>
        </pc:spChg>
        <pc:graphicFrameChg chg="mod ord">
          <ac:chgData name="DANG KHOA LE" userId="S::103844421@student.swin.edu.au::1f5f457a-11fb-4a79-9dec-fe88eead2d27" providerId="AD" clId="Web-{8AE7B1D8-501C-C8CE-A825-00322839C088}" dt="2025-06-12T09:59:42.849" v="203"/>
          <ac:graphicFrameMkLst>
            <pc:docMk/>
            <pc:sldMk cId="4205471310" sldId="257"/>
            <ac:graphicFrameMk id="6" creationId="{1D1D2206-B6B8-1C60-D230-1F4BAE5CB8E9}"/>
          </ac:graphicFrameMkLst>
        </pc:graphicFrameChg>
      </pc:sldChg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09:59:42.849" v="203"/>
        <pc:sldMkLst>
          <pc:docMk/>
          <pc:sldMk cId="922149371" sldId="258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922149371" sldId="258"/>
            <ac:spMk id="2" creationId="{A3798ADF-4723-72E1-2C70-C8E6F532040F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922149371" sldId="258"/>
            <ac:spMk id="10" creationId="{353CF00F-82D0-0DBA-75D5-1D01B4526C68}"/>
          </ac:spMkLst>
        </pc:spChg>
        <pc:graphicFrameChg chg="mod ord">
          <ac:chgData name="DANG KHOA LE" userId="S::103844421@student.swin.edu.au::1f5f457a-11fb-4a79-9dec-fe88eead2d27" providerId="AD" clId="Web-{8AE7B1D8-501C-C8CE-A825-00322839C088}" dt="2025-06-12T09:59:42.849" v="203"/>
          <ac:graphicFrameMkLst>
            <pc:docMk/>
            <pc:sldMk cId="922149371" sldId="258"/>
            <ac:graphicFrameMk id="6" creationId="{A45584F7-908A-0626-0040-A4E126A47EAA}"/>
          </ac:graphicFrameMkLst>
        </pc:graphicFrameChg>
      </pc:sldChg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10:05:01.406" v="419" actId="20577"/>
        <pc:sldMkLst>
          <pc:docMk/>
          <pc:sldMk cId="3548032382" sldId="259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3548032382" sldId="259"/>
            <ac:spMk id="2" creationId="{F43E26B6-C9CB-8547-CD96-9604B9D97971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3548032382" sldId="259"/>
            <ac:spMk id="10" creationId="{07298112-E571-A160-E3B0-4FC5E3D19112}"/>
          </ac:spMkLst>
        </pc:spChg>
        <pc:graphicFrameChg chg="mod ord modGraphic">
          <ac:chgData name="DANG KHOA LE" userId="S::103844421@student.swin.edu.au::1f5f457a-11fb-4a79-9dec-fe88eead2d27" providerId="AD" clId="Web-{8AE7B1D8-501C-C8CE-A825-00322839C088}" dt="2025-06-12T10:05:01.406" v="419" actId="20577"/>
          <ac:graphicFrameMkLst>
            <pc:docMk/>
            <pc:sldMk cId="3548032382" sldId="259"/>
            <ac:graphicFrameMk id="6" creationId="{62D77BEE-EC22-8AEF-51D0-6C89E28FB508}"/>
          </ac:graphicFrameMkLst>
        </pc:graphicFrameChg>
      </pc:sldChg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10:02:56.137" v="268" actId="1076"/>
        <pc:sldMkLst>
          <pc:docMk/>
          <pc:sldMk cId="2075676188" sldId="260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2075676188" sldId="260"/>
            <ac:spMk id="2" creationId="{B12BDBE7-A609-A094-E83D-E171DE89CE26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2075676188" sldId="260"/>
            <ac:spMk id="12" creationId="{353CF00F-82D0-0DBA-75D5-1D01B4526C68}"/>
          </ac:spMkLst>
        </pc:spChg>
        <pc:graphicFrameChg chg="mod ord">
          <ac:chgData name="DANG KHOA LE" userId="S::103844421@student.swin.edu.au::1f5f457a-11fb-4a79-9dec-fe88eead2d27" providerId="AD" clId="Web-{8AE7B1D8-501C-C8CE-A825-00322839C088}" dt="2025-06-12T10:02:56.137" v="268" actId="1076"/>
          <ac:graphicFrameMkLst>
            <pc:docMk/>
            <pc:sldMk cId="2075676188" sldId="260"/>
            <ac:graphicFrameMk id="13" creationId="{44AE34D3-6905-E719-FF05-767157717B10}"/>
          </ac:graphicFrameMkLst>
        </pc:graphicFrameChg>
      </pc:sldChg>
      <pc:sldChg chg="addSp delSp modSp mod setBg modClrScheme setClrOvrMap delDesignElem chgLayout">
        <pc:chgData name="DANG KHOA LE" userId="S::103844421@student.swin.edu.au::1f5f457a-11fb-4a79-9dec-fe88eead2d27" providerId="AD" clId="Web-{8AE7B1D8-501C-C8CE-A825-00322839C088}" dt="2025-06-12T10:21:34.343" v="457" actId="20577"/>
        <pc:sldMkLst>
          <pc:docMk/>
          <pc:sldMk cId="2439159346" sldId="261"/>
        </pc:sldMkLst>
        <pc:spChg chg="mod ord">
          <ac:chgData name="DANG KHOA LE" userId="S::103844421@student.swin.edu.au::1f5f457a-11fb-4a79-9dec-fe88eead2d27" providerId="AD" clId="Web-{8AE7B1D8-501C-C8CE-A825-00322839C088}" dt="2025-06-12T10:02:26.104" v="264" actId="20577"/>
          <ac:spMkLst>
            <pc:docMk/>
            <pc:sldMk cId="2439159346" sldId="261"/>
            <ac:spMk id="2" creationId="{96538D99-5F52-0C75-AF9E-E8F4D834A22A}"/>
          </ac:spMkLst>
        </pc:spChg>
        <pc:spChg chg="del">
          <ac:chgData name="DANG KHOA LE" userId="S::103844421@student.swin.edu.au::1f5f457a-11fb-4a79-9dec-fe88eead2d27" providerId="AD" clId="Web-{8AE7B1D8-501C-C8CE-A825-00322839C088}" dt="2025-06-12T09:51:07.177" v="150"/>
          <ac:spMkLst>
            <pc:docMk/>
            <pc:sldMk cId="2439159346" sldId="261"/>
            <ac:spMk id="10" creationId="{600DC1B0-7E1A-BD02-3F93-19E6B1B75075}"/>
          </ac:spMkLst>
        </pc:spChg>
        <pc:spChg chg="add del mod">
          <ac:chgData name="DANG KHOA LE" userId="S::103844421@student.swin.edu.au::1f5f457a-11fb-4a79-9dec-fe88eead2d27" providerId="AD" clId="Web-{8AE7B1D8-501C-C8CE-A825-00322839C088}" dt="2025-06-12T10:00:18.944" v="207"/>
          <ac:spMkLst>
            <pc:docMk/>
            <pc:sldMk cId="2439159346" sldId="261"/>
            <ac:spMk id="11" creationId="{23D15149-1B6A-884E-B810-5480ED63890F}"/>
          </ac:spMkLst>
        </pc:spChg>
        <pc:spChg chg="add mod">
          <ac:chgData name="DANG KHOA LE" userId="S::103844421@student.swin.edu.au::1f5f457a-11fb-4a79-9dec-fe88eead2d27" providerId="AD" clId="Web-{8AE7B1D8-501C-C8CE-A825-00322839C088}" dt="2025-06-12T10:00:31.117" v="209"/>
          <ac:spMkLst>
            <pc:docMk/>
            <pc:sldMk cId="2439159346" sldId="261"/>
            <ac:spMk id="13" creationId="{B4FCA38B-955E-C67C-C649-508AD184DB5C}"/>
          </ac:spMkLst>
        </pc:spChg>
        <pc:spChg chg="add mod">
          <ac:chgData name="DANG KHOA LE" userId="S::103844421@student.swin.edu.au::1f5f457a-11fb-4a79-9dec-fe88eead2d27" providerId="AD" clId="Web-{8AE7B1D8-501C-C8CE-A825-00322839C088}" dt="2025-06-12T10:00:31.117" v="209"/>
          <ac:spMkLst>
            <pc:docMk/>
            <pc:sldMk cId="2439159346" sldId="261"/>
            <ac:spMk id="15" creationId="{0B78F230-B9B0-1AA5-49BB-372FCD4750FC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2439159346" sldId="261"/>
            <ac:spMk id="16" creationId="{9228552E-C8B1-4A80-8448-0787CE0FC704}"/>
          </ac:spMkLst>
        </pc:spChg>
        <pc:spChg chg="add mod">
          <ac:chgData name="DANG KHOA LE" userId="S::103844421@student.swin.edu.au::1f5f457a-11fb-4a79-9dec-fe88eead2d27" providerId="AD" clId="Web-{8AE7B1D8-501C-C8CE-A825-00322839C088}" dt="2025-06-12T10:00:31.117" v="209"/>
          <ac:spMkLst>
            <pc:docMk/>
            <pc:sldMk cId="2439159346" sldId="261"/>
            <ac:spMk id="17" creationId="{030883F6-89FA-5091-CBF4-FF015C5E76A2}"/>
          </ac:spMkLst>
        </pc:spChg>
        <pc:graphicFrameChg chg="mod ord modGraphic">
          <ac:chgData name="DANG KHOA LE" userId="S::103844421@student.swin.edu.au::1f5f457a-11fb-4a79-9dec-fe88eead2d27" providerId="AD" clId="Web-{8AE7B1D8-501C-C8CE-A825-00322839C088}" dt="2025-06-12T10:21:34.343" v="457" actId="20577"/>
          <ac:graphicFrameMkLst>
            <pc:docMk/>
            <pc:sldMk cId="2439159346" sldId="261"/>
            <ac:graphicFrameMk id="6" creationId="{EADF33C3-996A-89E9-B900-148935BC1238}"/>
          </ac:graphicFrameMkLst>
        </pc:graphicFrameChg>
        <pc:graphicFrameChg chg="add del">
          <ac:chgData name="DANG KHOA LE" userId="S::103844421@student.swin.edu.au::1f5f457a-11fb-4a79-9dec-fe88eead2d27" providerId="AD" clId="Web-{8AE7B1D8-501C-C8CE-A825-00322839C088}" dt="2025-06-12T09:50:52.849" v="149"/>
          <ac:graphicFrameMkLst>
            <pc:docMk/>
            <pc:sldMk cId="2439159346" sldId="261"/>
            <ac:graphicFrameMk id="2576" creationId="{0EA79A29-6E2E-424F-F6CC-1D9A2057FE5E}"/>
          </ac:graphicFrameMkLst>
        </pc:graphicFrameChg>
        <pc:picChg chg="add del">
          <ac:chgData name="DANG KHOA LE" userId="S::103844421@student.swin.edu.au::1f5f457a-11fb-4a79-9dec-fe88eead2d27" providerId="AD" clId="Web-{8AE7B1D8-501C-C8CE-A825-00322839C088}" dt="2025-06-12T09:59:37.896" v="202"/>
          <ac:picMkLst>
            <pc:docMk/>
            <pc:sldMk cId="2439159346" sldId="261"/>
            <ac:picMk id="12" creationId="{A9036B4D-C3DF-127E-57C8-A94B59C22FAF}"/>
          </ac:picMkLst>
        </pc:picChg>
      </pc:sldChg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09:59:42.849" v="203"/>
        <pc:sldMkLst>
          <pc:docMk/>
          <pc:sldMk cId="1002357575" sldId="262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1002357575" sldId="262"/>
            <ac:spMk id="2" creationId="{4F1F4F1B-353C-E422-02FA-DE3AF7FEE445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1002357575" sldId="262"/>
            <ac:spMk id="10" creationId="{353CF00F-82D0-0DBA-75D5-1D01B4526C68}"/>
          </ac:spMkLst>
        </pc:spChg>
        <pc:graphicFrameChg chg="mod ord">
          <ac:chgData name="DANG KHOA LE" userId="S::103844421@student.swin.edu.au::1f5f457a-11fb-4a79-9dec-fe88eead2d27" providerId="AD" clId="Web-{8AE7B1D8-501C-C8CE-A825-00322839C088}" dt="2025-06-12T09:59:42.849" v="203"/>
          <ac:graphicFrameMkLst>
            <pc:docMk/>
            <pc:sldMk cId="1002357575" sldId="262"/>
            <ac:graphicFrameMk id="6" creationId="{68D1B69F-CEB4-E1FF-EFBD-AB3259F92D74}"/>
          </ac:graphicFrameMkLst>
        </pc:graphicFrameChg>
      </pc:sldChg>
      <pc:sldChg chg="modSp mod modClrScheme chgLayout">
        <pc:chgData name="DANG KHOA LE" userId="S::103844421@student.swin.edu.au::1f5f457a-11fb-4a79-9dec-fe88eead2d27" providerId="AD" clId="Web-{8AE7B1D8-501C-C8CE-A825-00322839C088}" dt="2025-06-12T09:59:42.849" v="203"/>
        <pc:sldMkLst>
          <pc:docMk/>
          <pc:sldMk cId="3639865908" sldId="263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3639865908" sldId="263"/>
            <ac:spMk id="2" creationId="{D088AE92-9C37-E33E-C30A-A167EB95BE55}"/>
          </ac:spMkLst>
        </pc:spChg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3639865908" sldId="263"/>
            <ac:spMk id="3" creationId="{555103B7-0271-DB6B-FEDF-911586E7B5E0}"/>
          </ac:spMkLst>
        </pc:spChg>
      </pc:sldChg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10:05:28.298" v="420" actId="20577"/>
        <pc:sldMkLst>
          <pc:docMk/>
          <pc:sldMk cId="1776030079" sldId="264"/>
        </pc:sldMkLst>
        <pc:spChg chg="mod ord">
          <ac:chgData name="DANG KHOA LE" userId="S::103844421@student.swin.edu.au::1f5f457a-11fb-4a79-9dec-fe88eead2d27" providerId="AD" clId="Web-{8AE7B1D8-501C-C8CE-A825-00322839C088}" dt="2025-06-12T10:05:28.298" v="420" actId="20577"/>
          <ac:spMkLst>
            <pc:docMk/>
            <pc:sldMk cId="1776030079" sldId="264"/>
            <ac:spMk id="2" creationId="{5551BF40-C862-21F0-2817-3369C685D4E7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1776030079" sldId="264"/>
            <ac:spMk id="10" creationId="{600DC1B0-7E1A-BD02-3F93-19E6B1B75075}"/>
          </ac:spMkLst>
        </pc:spChg>
        <pc:graphicFrameChg chg="mod ord">
          <ac:chgData name="DANG KHOA LE" userId="S::103844421@student.swin.edu.au::1f5f457a-11fb-4a79-9dec-fe88eead2d27" providerId="AD" clId="Web-{8AE7B1D8-501C-C8CE-A825-00322839C088}" dt="2025-06-12T09:59:42.849" v="203"/>
          <ac:graphicFrameMkLst>
            <pc:docMk/>
            <pc:sldMk cId="1776030079" sldId="264"/>
            <ac:graphicFrameMk id="6" creationId="{1FE7F7D7-19BE-C2FE-20EF-62A370D762CE}"/>
          </ac:graphicFrameMkLst>
        </pc:graphicFrameChg>
      </pc:sldChg>
      <pc:sldChg chg="addSp delSp modSp mod modClrScheme chgLayout">
        <pc:chgData name="DANG KHOA LE" userId="S::103844421@student.swin.edu.au::1f5f457a-11fb-4a79-9dec-fe88eead2d27" providerId="AD" clId="Web-{8AE7B1D8-501C-C8CE-A825-00322839C088}" dt="2025-06-12T10:41:01.176" v="489" actId="1076"/>
        <pc:sldMkLst>
          <pc:docMk/>
          <pc:sldMk cId="3512606089" sldId="265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3512606089" sldId="265"/>
            <ac:spMk id="2" creationId="{A3B9E9D6-C6FE-B41F-CD72-43C7F8C82497}"/>
          </ac:spMkLst>
        </pc:spChg>
        <pc:spChg chg="del mod ord">
          <ac:chgData name="DANG KHOA LE" userId="S::103844421@student.swin.edu.au::1f5f457a-11fb-4a79-9dec-fe88eead2d27" providerId="AD" clId="Web-{8AE7B1D8-501C-C8CE-A825-00322839C088}" dt="2025-06-12T10:40:22.472" v="484"/>
          <ac:spMkLst>
            <pc:docMk/>
            <pc:sldMk cId="3512606089" sldId="265"/>
            <ac:spMk id="3" creationId="{96EE018E-1972-8DA4-B916-4C3472BDC4B5}"/>
          </ac:spMkLst>
        </pc:spChg>
        <pc:spChg chg="add del mod">
          <ac:chgData name="DANG KHOA LE" userId="S::103844421@student.swin.edu.au::1f5f457a-11fb-4a79-9dec-fe88eead2d27" providerId="AD" clId="Web-{8AE7B1D8-501C-C8CE-A825-00322839C088}" dt="2025-06-12T10:40:51.598" v="487"/>
          <ac:spMkLst>
            <pc:docMk/>
            <pc:sldMk cId="3512606089" sldId="265"/>
            <ac:spMk id="5" creationId="{8FB6AFDA-261D-0E2A-8E0B-6F8A3F00121B}"/>
          </ac:spMkLst>
        </pc:spChg>
        <pc:picChg chg="add del mod ord">
          <ac:chgData name="DANG KHOA LE" userId="S::103844421@student.swin.edu.au::1f5f457a-11fb-4a79-9dec-fe88eead2d27" providerId="AD" clId="Web-{8AE7B1D8-501C-C8CE-A825-00322839C088}" dt="2025-06-12T10:40:34.378" v="486"/>
          <ac:picMkLst>
            <pc:docMk/>
            <pc:sldMk cId="3512606089" sldId="265"/>
            <ac:picMk id="6" creationId="{719F18BD-1EA6-E628-D033-165DCBC8D2B6}"/>
          </ac:picMkLst>
        </pc:picChg>
        <pc:picChg chg="add mod">
          <ac:chgData name="DANG KHOA LE" userId="S::103844421@student.swin.edu.au::1f5f457a-11fb-4a79-9dec-fe88eead2d27" providerId="AD" clId="Web-{8AE7B1D8-501C-C8CE-A825-00322839C088}" dt="2025-06-12T10:41:01.176" v="489" actId="1076"/>
          <ac:picMkLst>
            <pc:docMk/>
            <pc:sldMk cId="3512606089" sldId="265"/>
            <ac:picMk id="7" creationId="{97B27B35-67B8-9E12-2195-7DD8CF9A5C93}"/>
          </ac:picMkLst>
        </pc:picChg>
      </pc:sldChg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09:59:42.849" v="203"/>
        <pc:sldMkLst>
          <pc:docMk/>
          <pc:sldMk cId="180349591" sldId="266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180349591" sldId="266"/>
            <ac:spMk id="2" creationId="{EBE15C7C-1FC2-BF62-5D79-25920C6053AD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180349591" sldId="266"/>
            <ac:spMk id="10" creationId="{353CF00F-82D0-0DBA-75D5-1D01B4526C68}"/>
          </ac:spMkLst>
        </pc:spChg>
        <pc:graphicFrameChg chg="mod ord">
          <ac:chgData name="DANG KHOA LE" userId="S::103844421@student.swin.edu.au::1f5f457a-11fb-4a79-9dec-fe88eead2d27" providerId="AD" clId="Web-{8AE7B1D8-501C-C8CE-A825-00322839C088}" dt="2025-06-12T09:59:42.849" v="203"/>
          <ac:graphicFrameMkLst>
            <pc:docMk/>
            <pc:sldMk cId="180349591" sldId="266"/>
            <ac:graphicFrameMk id="6" creationId="{8334928D-3B05-C1E2-D6C3-45EA75C8601E}"/>
          </ac:graphicFrameMkLst>
        </pc:graphicFrameChg>
      </pc:sldChg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09:59:42.849" v="203"/>
        <pc:sldMkLst>
          <pc:docMk/>
          <pc:sldMk cId="3863768439" sldId="267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3863768439" sldId="267"/>
            <ac:spMk id="2" creationId="{4EEE09AD-1E55-A834-B39D-B9E59D266406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3863768439" sldId="267"/>
            <ac:spMk id="18" creationId="{A3363022-C969-41E9-8EB2-E4C94908C1FA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3863768439" sldId="267"/>
            <ac:spMk id="19" creationId="{8D1AD6B3-BE88-4CEB-BA17-790657CC4729}"/>
          </ac:spMkLst>
        </pc:spChg>
        <pc:grpChg chg="add del">
          <ac:chgData name="DANG KHOA LE" userId="S::103844421@student.swin.edu.au::1f5f457a-11fb-4a79-9dec-fe88eead2d27" providerId="AD" clId="Web-{8AE7B1D8-501C-C8CE-A825-00322839C088}" dt="2025-06-12T09:59:42.849" v="203"/>
          <ac:grpSpMkLst>
            <pc:docMk/>
            <pc:sldMk cId="3863768439" sldId="267"/>
            <ac:grpSpMk id="21" creationId="{89D1390B-7E13-4B4F-9CB2-391063412E54}"/>
          </ac:grpSpMkLst>
        </pc:grpChg>
      </pc:sldChg>
      <pc:sldChg chg="addSp delSp modSp mod modClrScheme delDesignElem chgLayout">
        <pc:chgData name="DANG KHOA LE" userId="S::103844421@student.swin.edu.au::1f5f457a-11fb-4a79-9dec-fe88eead2d27" providerId="AD" clId="Web-{8AE7B1D8-501C-C8CE-A825-00322839C088}" dt="2025-06-12T09:59:42.849" v="203"/>
        <pc:sldMkLst>
          <pc:docMk/>
          <pc:sldMk cId="1119532027" sldId="269"/>
        </pc:sldMkLst>
        <pc:spChg chg="mod ord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1119532027" sldId="269"/>
            <ac:spMk id="2" creationId="{A1EBF978-3D17-61FB-D78E-0108F734E33D}"/>
          </ac:spMkLst>
        </pc:spChg>
        <pc:spChg chg="add del">
          <ac:chgData name="DANG KHOA LE" userId="S::103844421@student.swin.edu.au::1f5f457a-11fb-4a79-9dec-fe88eead2d27" providerId="AD" clId="Web-{8AE7B1D8-501C-C8CE-A825-00322839C088}" dt="2025-06-12T09:59:42.849" v="203"/>
          <ac:spMkLst>
            <pc:docMk/>
            <pc:sldMk cId="1119532027" sldId="269"/>
            <ac:spMk id="10" creationId="{353CF00F-82D0-0DBA-75D5-1D01B4526C68}"/>
          </ac:spMkLst>
        </pc:spChg>
        <pc:graphicFrameChg chg="mod ord">
          <ac:chgData name="DANG KHOA LE" userId="S::103844421@student.swin.edu.au::1f5f457a-11fb-4a79-9dec-fe88eead2d27" providerId="AD" clId="Web-{8AE7B1D8-501C-C8CE-A825-00322839C088}" dt="2025-06-12T09:59:42.849" v="203"/>
          <ac:graphicFrameMkLst>
            <pc:docMk/>
            <pc:sldMk cId="1119532027" sldId="269"/>
            <ac:graphicFrameMk id="6" creationId="{99B68632-19D5-C9CF-4F2F-A9646FCE9DEC}"/>
          </ac:graphicFrameMkLst>
        </pc:graphicFrameChg>
      </pc:sldChg>
      <pc:sldChg chg="addSp delSp modSp new">
        <pc:chgData name="DANG KHOA LE" userId="S::103844421@student.swin.edu.au::1f5f457a-11fb-4a79-9dec-fe88eead2d27" providerId="AD" clId="Web-{8AE7B1D8-501C-C8CE-A825-00322839C088}" dt="2025-06-12T10:43:28.181" v="501" actId="14100"/>
        <pc:sldMkLst>
          <pc:docMk/>
          <pc:sldMk cId="1190071545" sldId="270"/>
        </pc:sldMkLst>
        <pc:spChg chg="del">
          <ac:chgData name="DANG KHOA LE" userId="S::103844421@student.swin.edu.au::1f5f457a-11fb-4a79-9dec-fe88eead2d27" providerId="AD" clId="Web-{8AE7B1D8-501C-C8CE-A825-00322839C088}" dt="2025-06-12T10:41:22.489" v="493"/>
          <ac:spMkLst>
            <pc:docMk/>
            <pc:sldMk cId="1190071545" sldId="270"/>
            <ac:spMk id="2" creationId="{7D901097-45C2-5AC0-71A9-8E9DC5307525}"/>
          </ac:spMkLst>
        </pc:spChg>
        <pc:spChg chg="del">
          <ac:chgData name="DANG KHOA LE" userId="S::103844421@student.swin.edu.au::1f5f457a-11fb-4a79-9dec-fe88eead2d27" providerId="AD" clId="Web-{8AE7B1D8-501C-C8CE-A825-00322839C088}" dt="2025-06-12T10:41:22.489" v="492"/>
          <ac:spMkLst>
            <pc:docMk/>
            <pc:sldMk cId="1190071545" sldId="270"/>
            <ac:spMk id="3" creationId="{040D1F6E-B38E-D597-E319-9B74AD5969DD}"/>
          </ac:spMkLst>
        </pc:spChg>
        <pc:picChg chg="add mod">
          <ac:chgData name="DANG KHOA LE" userId="S::103844421@student.swin.edu.au::1f5f457a-11fb-4a79-9dec-fe88eead2d27" providerId="AD" clId="Web-{8AE7B1D8-501C-C8CE-A825-00322839C088}" dt="2025-06-12T10:43:28.181" v="501" actId="14100"/>
          <ac:picMkLst>
            <pc:docMk/>
            <pc:sldMk cId="1190071545" sldId="270"/>
            <ac:picMk id="7" creationId="{493A72F5-B6A9-4D77-74FC-1A2C7167DEF4}"/>
          </ac:picMkLst>
        </pc:picChg>
      </pc:sldChg>
      <pc:sldChg chg="addSp delSp modSp new del">
        <pc:chgData name="DANG KHOA LE" userId="S::103844421@student.swin.edu.au::1f5f457a-11fb-4a79-9dec-fe88eead2d27" providerId="AD" clId="Web-{8AE7B1D8-501C-C8CE-A825-00322839C088}" dt="2025-06-12T10:41:02.645" v="490"/>
        <pc:sldMkLst>
          <pc:docMk/>
          <pc:sldMk cId="1566421517" sldId="270"/>
        </pc:sldMkLst>
        <pc:spChg chg="del">
          <ac:chgData name="DANG KHOA LE" userId="S::103844421@student.swin.edu.au::1f5f457a-11fb-4a79-9dec-fe88eead2d27" providerId="AD" clId="Web-{8AE7B1D8-501C-C8CE-A825-00322839C088}" dt="2025-06-12T10:35:31.666" v="478"/>
          <ac:spMkLst>
            <pc:docMk/>
            <pc:sldMk cId="1566421517" sldId="270"/>
            <ac:spMk id="2" creationId="{F2DB0ABD-525B-A286-2D9A-67B85A2445A4}"/>
          </ac:spMkLst>
        </pc:spChg>
        <pc:spChg chg="del">
          <ac:chgData name="DANG KHOA LE" userId="S::103844421@student.swin.edu.au::1f5f457a-11fb-4a79-9dec-fe88eead2d27" providerId="AD" clId="Web-{8AE7B1D8-501C-C8CE-A825-00322839C088}" dt="2025-06-12T10:35:31.666" v="477"/>
          <ac:spMkLst>
            <pc:docMk/>
            <pc:sldMk cId="1566421517" sldId="270"/>
            <ac:spMk id="3" creationId="{94BE07C1-033B-CB9B-7E3A-168FB134DD68}"/>
          </ac:spMkLst>
        </pc:spChg>
        <pc:picChg chg="add del mod">
          <ac:chgData name="DANG KHOA LE" userId="S::103844421@student.swin.edu.au::1f5f457a-11fb-4a79-9dec-fe88eead2d27" providerId="AD" clId="Web-{8AE7B1D8-501C-C8CE-A825-00322839C088}" dt="2025-06-12T10:36:12.651" v="480"/>
          <ac:picMkLst>
            <pc:docMk/>
            <pc:sldMk cId="1566421517" sldId="270"/>
            <ac:picMk id="7" creationId="{8708EFE4-1DA2-F438-B7D4-B3E59828E3DB}"/>
          </ac:picMkLst>
        </pc:picChg>
        <pc:picChg chg="add del mod">
          <ac:chgData name="DANG KHOA LE" userId="S::103844421@student.swin.edu.au::1f5f457a-11fb-4a79-9dec-fe88eead2d27" providerId="AD" clId="Web-{8AE7B1D8-501C-C8CE-A825-00322839C088}" dt="2025-06-12T10:37:54.842" v="482"/>
          <ac:picMkLst>
            <pc:docMk/>
            <pc:sldMk cId="1566421517" sldId="270"/>
            <ac:picMk id="8" creationId="{659A03C0-C729-A708-46D0-B1D9EDF95325}"/>
          </ac:picMkLst>
        </pc:picChg>
        <pc:picChg chg="add mod">
          <ac:chgData name="DANG KHOA LE" userId="S::103844421@student.swin.edu.au::1f5f457a-11fb-4a79-9dec-fe88eead2d27" providerId="AD" clId="Web-{8AE7B1D8-501C-C8CE-A825-00322839C088}" dt="2025-06-12T10:37:56.030" v="483"/>
          <ac:picMkLst>
            <pc:docMk/>
            <pc:sldMk cId="1566421517" sldId="270"/>
            <ac:picMk id="9" creationId="{05BDAFB9-9EB5-2001-C0BD-5E1BFCA85B37}"/>
          </ac:picMkLst>
        </pc:picChg>
      </pc:sldChg>
      <pc:sldMasterChg chg="add del addSldLayout delSldLayout">
        <pc:chgData name="DANG KHOA LE" userId="S::103844421@student.swin.edu.au::1f5f457a-11fb-4a79-9dec-fe88eead2d27" providerId="AD" clId="Web-{8AE7B1D8-501C-C8CE-A825-00322839C088}" dt="2025-06-12T09:59:42.849" v="203"/>
        <pc:sldMasterMkLst>
          <pc:docMk/>
          <pc:sldMasterMk cId="3522493289" sldId="2147483648"/>
        </pc:sldMasterMkLst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1816172776" sldId="2147483649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3416708889" sldId="2147483650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3199667582" sldId="2147483651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81196941" sldId="2147483652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4270992766" sldId="2147483653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3895782119" sldId="2147483654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3363940955" sldId="2147483655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1885201214" sldId="2147483656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3638851851" sldId="2147483657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2142016638" sldId="2147483658"/>
          </pc:sldLayoutMkLst>
        </pc:sldLayoutChg>
        <pc:sldLayoutChg chg="add del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3522493289" sldId="2147483648"/>
            <pc:sldLayoutMk cId="2582323114" sldId="2147483659"/>
          </pc:sldLayoutMkLst>
        </pc:sldLayoutChg>
      </pc:sldMasterChg>
      <pc:sldMasterChg chg="add addSldLayout modSldLayout">
        <pc:chgData name="DANG KHOA LE" userId="S::103844421@student.swin.edu.au::1f5f457a-11fb-4a79-9dec-fe88eead2d27" providerId="AD" clId="Web-{8AE7B1D8-501C-C8CE-A825-00322839C088}" dt="2025-06-12T09:59:42.849" v="203"/>
        <pc:sldMasterMkLst>
          <pc:docMk/>
          <pc:sldMasterMk cId="145105585" sldId="2147483660"/>
        </pc:sldMasterMkLst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3143999764" sldId="2147483661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190776469" sldId="2147483662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2726701585" sldId="2147483663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465179471" sldId="2147483664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4238537389" sldId="2147483665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322896642" sldId="2147483666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3513822842" sldId="2147483667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2702149655" sldId="2147483668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79269130" sldId="2147483669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1170059683" sldId="2147483670"/>
          </pc:sldLayoutMkLst>
        </pc:sldLayoutChg>
        <pc:sldLayoutChg chg="add mod replId">
          <pc:chgData name="DANG KHOA LE" userId="S::103844421@student.swin.edu.au::1f5f457a-11fb-4a79-9dec-fe88eead2d27" providerId="AD" clId="Web-{8AE7B1D8-501C-C8CE-A825-00322839C088}" dt="2025-06-12T09:59:42.849" v="203"/>
          <pc:sldLayoutMkLst>
            <pc:docMk/>
            <pc:sldMasterMk cId="145105585" sldId="2147483660"/>
            <pc:sldLayoutMk cId="2193467862" sldId="2147483671"/>
          </pc:sldLayoutMkLst>
        </pc:sldLayoutChg>
      </pc:sldMasterChg>
      <pc:sldMasterChg chg="add del addSldLayout delSldLayout modSldLayout">
        <pc:chgData name="DANG KHOA LE" userId="S::103844421@student.swin.edu.au::1f5f457a-11fb-4a79-9dec-fe88eead2d27" providerId="AD" clId="Web-{8AE7B1D8-501C-C8CE-A825-00322839C088}" dt="2025-06-12T09:59:12.130" v="201"/>
        <pc:sldMasterMkLst>
          <pc:docMk/>
          <pc:sldMasterMk cId="682814599" sldId="2147483660"/>
        </pc:sldMasterMkLst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1923862157" sldId="2147483661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2589630383" sldId="2147483662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1385107550" sldId="2147483663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1619184561" sldId="2147483664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356946299" sldId="2147483665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3972467794" sldId="2147483666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3101460420" sldId="2147483667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1966669929" sldId="2147483668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4064388995" sldId="2147483669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2847891597" sldId="2147483670"/>
          </pc:sldLayoutMkLst>
        </pc:sldLayoutChg>
        <pc:sldLayoutChg chg="add del mod replId">
          <pc:chgData name="DANG KHOA LE" userId="S::103844421@student.swin.edu.au::1f5f457a-11fb-4a79-9dec-fe88eead2d27" providerId="AD" clId="Web-{8AE7B1D8-501C-C8CE-A825-00322839C088}" dt="2025-06-12T09:59:12.130" v="201"/>
          <pc:sldLayoutMkLst>
            <pc:docMk/>
            <pc:sldMasterMk cId="682814599" sldId="2147483660"/>
            <pc:sldLayoutMk cId="389725195" sldId="2147483671"/>
          </pc:sldLayoutMkLst>
        </pc:sldLayoutChg>
      </pc:sldMasterChg>
    </pc:docChg>
  </pc:docChgLst>
</pc:chgInfo>
</file>

<file path=ppt/comments/modernComment_105_91629E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C7B4AA-9004-4271-A933-D4C9D5CA1E98}" authorId="{D2E51127-6D9E-8AF8-93F2-3F23E52DF2DA}" created="2025-06-12T09:49:54.003">
    <pc:sldMkLst xmlns:pc="http://schemas.microsoft.com/office/powerpoint/2013/main/command">
      <pc:docMk/>
      <pc:sldMk cId="2439159346" sldId="261"/>
    </pc:sldMkLst>
    <p188:txBody>
      <a:bodyPr/>
      <a:lstStyle/>
      <a:p>
        <a:r>
          <a:rPr lang="en-US"/>
          <a:t>Khoa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E282FC-0C23-4DC7-9BAB-4431DCA0DF4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C1E78FE-4B31-45CD-817E-2F59C366C347}">
      <dgm:prSet/>
      <dgm:spPr/>
      <dgm:t>
        <a:bodyPr/>
        <a:lstStyle/>
        <a:p>
          <a:r>
            <a:rPr lang="en-US" b="0" i="0" baseline="0"/>
            <a:t>Use OBD-II data to monitor vehicle health.</a:t>
          </a:r>
          <a:endParaRPr lang="en-US"/>
        </a:p>
      </dgm:t>
    </dgm:pt>
    <dgm:pt modelId="{F58A74AA-F8C0-46AB-A61D-0EB4A2D71087}" type="parTrans" cxnId="{A06BA531-8819-46B2-BB8B-DAEA64D76FD5}">
      <dgm:prSet/>
      <dgm:spPr/>
      <dgm:t>
        <a:bodyPr/>
        <a:lstStyle/>
        <a:p>
          <a:endParaRPr lang="en-US"/>
        </a:p>
      </dgm:t>
    </dgm:pt>
    <dgm:pt modelId="{51EB492D-745A-44CF-A930-DACCE1EA0007}" type="sibTrans" cxnId="{A06BA531-8819-46B2-BB8B-DAEA64D76FD5}">
      <dgm:prSet/>
      <dgm:spPr/>
      <dgm:t>
        <a:bodyPr/>
        <a:lstStyle/>
        <a:p>
          <a:endParaRPr lang="en-US"/>
        </a:p>
      </dgm:t>
    </dgm:pt>
    <dgm:pt modelId="{1CBDA94C-EA85-4AB9-9B7A-CC8F4D53A30A}">
      <dgm:prSet/>
      <dgm:spPr/>
      <dgm:t>
        <a:bodyPr/>
        <a:lstStyle/>
        <a:p>
          <a:r>
            <a:rPr lang="en-US" b="0" i="0" baseline="0"/>
            <a:t>Collect real-time sensor data using Raspberry Pi and OBD-II scanners.</a:t>
          </a:r>
          <a:endParaRPr lang="en-US"/>
        </a:p>
      </dgm:t>
    </dgm:pt>
    <dgm:pt modelId="{A030FD6A-3252-4875-858F-BAB772F002D3}" type="parTrans" cxnId="{1A01E0AC-6859-4814-9FD5-96983C940D79}">
      <dgm:prSet/>
      <dgm:spPr/>
      <dgm:t>
        <a:bodyPr/>
        <a:lstStyle/>
        <a:p>
          <a:endParaRPr lang="en-US"/>
        </a:p>
      </dgm:t>
    </dgm:pt>
    <dgm:pt modelId="{380D1063-A80B-444A-9809-71659B5EF723}" type="sibTrans" cxnId="{1A01E0AC-6859-4814-9FD5-96983C940D79}">
      <dgm:prSet/>
      <dgm:spPr/>
      <dgm:t>
        <a:bodyPr/>
        <a:lstStyle/>
        <a:p>
          <a:endParaRPr lang="en-US"/>
        </a:p>
      </dgm:t>
    </dgm:pt>
    <dgm:pt modelId="{2F3BBCD3-87D9-4023-AEA3-A7E79ADF1F7F}">
      <dgm:prSet/>
      <dgm:spPr/>
      <dgm:t>
        <a:bodyPr/>
        <a:lstStyle/>
        <a:p>
          <a:r>
            <a:rPr lang="en-US" b="0" i="0" baseline="0"/>
            <a:t>Build machine learning pipelines to detect unusual patterns or predict faults.</a:t>
          </a:r>
          <a:endParaRPr lang="en-US"/>
        </a:p>
      </dgm:t>
    </dgm:pt>
    <dgm:pt modelId="{6073F377-86D2-4176-B8DD-E32331BDC98C}" type="parTrans" cxnId="{E608B61C-600A-4001-8E70-A3C8B8535BBE}">
      <dgm:prSet/>
      <dgm:spPr/>
      <dgm:t>
        <a:bodyPr/>
        <a:lstStyle/>
        <a:p>
          <a:endParaRPr lang="en-US"/>
        </a:p>
      </dgm:t>
    </dgm:pt>
    <dgm:pt modelId="{AD5ECEC1-CF53-4F42-A3C3-DA68A9BA3D9F}" type="sibTrans" cxnId="{E608B61C-600A-4001-8E70-A3C8B8535BBE}">
      <dgm:prSet/>
      <dgm:spPr/>
      <dgm:t>
        <a:bodyPr/>
        <a:lstStyle/>
        <a:p>
          <a:endParaRPr lang="en-US"/>
        </a:p>
      </dgm:t>
    </dgm:pt>
    <dgm:pt modelId="{8B59DE23-1BB6-4971-9828-2D7902033153}">
      <dgm:prSet/>
      <dgm:spPr/>
      <dgm:t>
        <a:bodyPr/>
        <a:lstStyle/>
        <a:p>
          <a:r>
            <a:rPr lang="en-US" b="0" i="0" baseline="0"/>
            <a:t>Enable early alerts to prevent failure and optimize maintenance schedules.</a:t>
          </a:r>
          <a:endParaRPr lang="en-US"/>
        </a:p>
      </dgm:t>
    </dgm:pt>
    <dgm:pt modelId="{D6A6B06D-30F2-4FA7-93C6-439C2F84AF83}" type="parTrans" cxnId="{C62D305B-D7A1-4654-9AE9-4D4D7BDF9B90}">
      <dgm:prSet/>
      <dgm:spPr/>
      <dgm:t>
        <a:bodyPr/>
        <a:lstStyle/>
        <a:p>
          <a:endParaRPr lang="en-US"/>
        </a:p>
      </dgm:t>
    </dgm:pt>
    <dgm:pt modelId="{56D6BAC9-6642-4606-97FF-3D2411E9C8B4}" type="sibTrans" cxnId="{C62D305B-D7A1-4654-9AE9-4D4D7BDF9B90}">
      <dgm:prSet/>
      <dgm:spPr/>
      <dgm:t>
        <a:bodyPr/>
        <a:lstStyle/>
        <a:p>
          <a:endParaRPr lang="en-US"/>
        </a:p>
      </dgm:t>
    </dgm:pt>
    <dgm:pt modelId="{1DC196DA-6CBC-4D08-8D0A-7F02384E8179}" type="pres">
      <dgm:prSet presAssocID="{C2E282FC-0C23-4DC7-9BAB-4431DCA0DF47}" presName="root" presStyleCnt="0">
        <dgm:presLayoutVars>
          <dgm:dir/>
          <dgm:resizeHandles val="exact"/>
        </dgm:presLayoutVars>
      </dgm:prSet>
      <dgm:spPr/>
    </dgm:pt>
    <dgm:pt modelId="{71720235-75F9-4780-8445-6EFF870C39B7}" type="pres">
      <dgm:prSet presAssocID="{C2E282FC-0C23-4DC7-9BAB-4431DCA0DF47}" presName="container" presStyleCnt="0">
        <dgm:presLayoutVars>
          <dgm:dir/>
          <dgm:resizeHandles val="exact"/>
        </dgm:presLayoutVars>
      </dgm:prSet>
      <dgm:spPr/>
    </dgm:pt>
    <dgm:pt modelId="{B7E5B99C-C3BA-4B64-8403-146BEA22EAA2}" type="pres">
      <dgm:prSet presAssocID="{9C1E78FE-4B31-45CD-817E-2F59C366C347}" presName="compNode" presStyleCnt="0"/>
      <dgm:spPr/>
    </dgm:pt>
    <dgm:pt modelId="{AE9B9094-E098-4A02-980F-B717AAAB4090}" type="pres">
      <dgm:prSet presAssocID="{9C1E78FE-4B31-45CD-817E-2F59C366C347}" presName="iconBgRect" presStyleLbl="bgShp" presStyleIdx="0" presStyleCnt="4"/>
      <dgm:spPr/>
    </dgm:pt>
    <dgm:pt modelId="{C3528F8C-E211-4CC2-8B6B-E3D8861D651C}" type="pres">
      <dgm:prSet presAssocID="{9C1E78FE-4B31-45CD-817E-2F59C366C34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FD2CA15C-7AEF-4062-A090-8FFEEE2E6CD6}" type="pres">
      <dgm:prSet presAssocID="{9C1E78FE-4B31-45CD-817E-2F59C366C347}" presName="spaceRect" presStyleCnt="0"/>
      <dgm:spPr/>
    </dgm:pt>
    <dgm:pt modelId="{5FE9AAC1-45EC-4915-B83B-66386FE18452}" type="pres">
      <dgm:prSet presAssocID="{9C1E78FE-4B31-45CD-817E-2F59C366C347}" presName="textRect" presStyleLbl="revTx" presStyleIdx="0" presStyleCnt="4">
        <dgm:presLayoutVars>
          <dgm:chMax val="1"/>
          <dgm:chPref val="1"/>
        </dgm:presLayoutVars>
      </dgm:prSet>
      <dgm:spPr/>
    </dgm:pt>
    <dgm:pt modelId="{9AB3E831-02F5-4568-87A4-1BE80CE2C171}" type="pres">
      <dgm:prSet presAssocID="{51EB492D-745A-44CF-A930-DACCE1EA0007}" presName="sibTrans" presStyleLbl="sibTrans2D1" presStyleIdx="0" presStyleCnt="0"/>
      <dgm:spPr/>
    </dgm:pt>
    <dgm:pt modelId="{F3C46DFC-F952-449F-A41B-52B8532F0351}" type="pres">
      <dgm:prSet presAssocID="{1CBDA94C-EA85-4AB9-9B7A-CC8F4D53A30A}" presName="compNode" presStyleCnt="0"/>
      <dgm:spPr/>
    </dgm:pt>
    <dgm:pt modelId="{6825F9AB-C02D-4648-A18F-2A99F0D5FF4A}" type="pres">
      <dgm:prSet presAssocID="{1CBDA94C-EA85-4AB9-9B7A-CC8F4D53A30A}" presName="iconBgRect" presStyleLbl="bgShp" presStyleIdx="1" presStyleCnt="4"/>
      <dgm:spPr/>
    </dgm:pt>
    <dgm:pt modelId="{013AE8B3-E56F-4DD7-86EF-C47FF37DFAAB}" type="pres">
      <dgm:prSet presAssocID="{1CBDA94C-EA85-4AB9-9B7A-CC8F4D53A30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6A8FD1DF-8525-4FC8-8174-5CAC1C0DBC84}" type="pres">
      <dgm:prSet presAssocID="{1CBDA94C-EA85-4AB9-9B7A-CC8F4D53A30A}" presName="spaceRect" presStyleCnt="0"/>
      <dgm:spPr/>
    </dgm:pt>
    <dgm:pt modelId="{B52B4B92-A339-491E-AF87-15D75D77238B}" type="pres">
      <dgm:prSet presAssocID="{1CBDA94C-EA85-4AB9-9B7A-CC8F4D53A30A}" presName="textRect" presStyleLbl="revTx" presStyleIdx="1" presStyleCnt="4">
        <dgm:presLayoutVars>
          <dgm:chMax val="1"/>
          <dgm:chPref val="1"/>
        </dgm:presLayoutVars>
      </dgm:prSet>
      <dgm:spPr/>
    </dgm:pt>
    <dgm:pt modelId="{96098861-5E55-40F3-AA6E-8E27B1A629E4}" type="pres">
      <dgm:prSet presAssocID="{380D1063-A80B-444A-9809-71659B5EF723}" presName="sibTrans" presStyleLbl="sibTrans2D1" presStyleIdx="0" presStyleCnt="0"/>
      <dgm:spPr/>
    </dgm:pt>
    <dgm:pt modelId="{13273800-1A21-4875-AF1E-FDB3603C179C}" type="pres">
      <dgm:prSet presAssocID="{2F3BBCD3-87D9-4023-AEA3-A7E79ADF1F7F}" presName="compNode" presStyleCnt="0"/>
      <dgm:spPr/>
    </dgm:pt>
    <dgm:pt modelId="{1D3A9CFF-6930-4634-A13D-C6449D752538}" type="pres">
      <dgm:prSet presAssocID="{2F3BBCD3-87D9-4023-AEA3-A7E79ADF1F7F}" presName="iconBgRect" presStyleLbl="bgShp" presStyleIdx="2" presStyleCnt="4"/>
      <dgm:spPr/>
    </dgm:pt>
    <dgm:pt modelId="{7DDFFDD1-216B-4D1A-9BC4-74371EB45225}" type="pres">
      <dgm:prSet presAssocID="{2F3BBCD3-87D9-4023-AEA3-A7E79ADF1F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E15B7EE-4C58-46DD-B82B-F30B2D1AE140}" type="pres">
      <dgm:prSet presAssocID="{2F3BBCD3-87D9-4023-AEA3-A7E79ADF1F7F}" presName="spaceRect" presStyleCnt="0"/>
      <dgm:spPr/>
    </dgm:pt>
    <dgm:pt modelId="{591F1248-5B54-48E0-A72A-90465A923436}" type="pres">
      <dgm:prSet presAssocID="{2F3BBCD3-87D9-4023-AEA3-A7E79ADF1F7F}" presName="textRect" presStyleLbl="revTx" presStyleIdx="2" presStyleCnt="4">
        <dgm:presLayoutVars>
          <dgm:chMax val="1"/>
          <dgm:chPref val="1"/>
        </dgm:presLayoutVars>
      </dgm:prSet>
      <dgm:spPr/>
    </dgm:pt>
    <dgm:pt modelId="{45D2AE41-73A4-436C-A1C7-B42DF97926F1}" type="pres">
      <dgm:prSet presAssocID="{AD5ECEC1-CF53-4F42-A3C3-DA68A9BA3D9F}" presName="sibTrans" presStyleLbl="sibTrans2D1" presStyleIdx="0" presStyleCnt="0"/>
      <dgm:spPr/>
    </dgm:pt>
    <dgm:pt modelId="{3F944C81-B10E-4F0C-BCF9-A6675B93C38D}" type="pres">
      <dgm:prSet presAssocID="{8B59DE23-1BB6-4971-9828-2D7902033153}" presName="compNode" presStyleCnt="0"/>
      <dgm:spPr/>
    </dgm:pt>
    <dgm:pt modelId="{BD144D78-EC72-43F6-83CA-6E83326BCF28}" type="pres">
      <dgm:prSet presAssocID="{8B59DE23-1BB6-4971-9828-2D7902033153}" presName="iconBgRect" presStyleLbl="bgShp" presStyleIdx="3" presStyleCnt="4"/>
      <dgm:spPr/>
    </dgm:pt>
    <dgm:pt modelId="{9790E7DC-712A-40D9-AFE1-34DF04D06D4F}" type="pres">
      <dgm:prSet presAssocID="{8B59DE23-1BB6-4971-9828-2D790203315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CAB1BB2-4415-439E-8187-9D58CD5ADCDA}" type="pres">
      <dgm:prSet presAssocID="{8B59DE23-1BB6-4971-9828-2D7902033153}" presName="spaceRect" presStyleCnt="0"/>
      <dgm:spPr/>
    </dgm:pt>
    <dgm:pt modelId="{FF3C3177-BCB9-4A8F-8A99-8F223977CD45}" type="pres">
      <dgm:prSet presAssocID="{8B59DE23-1BB6-4971-9828-2D790203315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96B6B17-5E4C-4E39-9D52-C5F1C57CD0C1}" type="presOf" srcId="{2F3BBCD3-87D9-4023-AEA3-A7E79ADF1F7F}" destId="{591F1248-5B54-48E0-A72A-90465A923436}" srcOrd="0" destOrd="0" presId="urn:microsoft.com/office/officeart/2018/2/layout/IconCircleList"/>
    <dgm:cxn modelId="{E608B61C-600A-4001-8E70-A3C8B8535BBE}" srcId="{C2E282FC-0C23-4DC7-9BAB-4431DCA0DF47}" destId="{2F3BBCD3-87D9-4023-AEA3-A7E79ADF1F7F}" srcOrd="2" destOrd="0" parTransId="{6073F377-86D2-4176-B8DD-E32331BDC98C}" sibTransId="{AD5ECEC1-CF53-4F42-A3C3-DA68A9BA3D9F}"/>
    <dgm:cxn modelId="{7D9AF027-DED4-4D2C-975D-3DB0179CC092}" type="presOf" srcId="{1CBDA94C-EA85-4AB9-9B7A-CC8F4D53A30A}" destId="{B52B4B92-A339-491E-AF87-15D75D77238B}" srcOrd="0" destOrd="0" presId="urn:microsoft.com/office/officeart/2018/2/layout/IconCircleList"/>
    <dgm:cxn modelId="{A06BA531-8819-46B2-BB8B-DAEA64D76FD5}" srcId="{C2E282FC-0C23-4DC7-9BAB-4431DCA0DF47}" destId="{9C1E78FE-4B31-45CD-817E-2F59C366C347}" srcOrd="0" destOrd="0" parTransId="{F58A74AA-F8C0-46AB-A61D-0EB4A2D71087}" sibTransId="{51EB492D-745A-44CF-A930-DACCE1EA0007}"/>
    <dgm:cxn modelId="{3C053241-8460-4404-A636-DAE8FA789670}" type="presOf" srcId="{8B59DE23-1BB6-4971-9828-2D7902033153}" destId="{FF3C3177-BCB9-4A8F-8A99-8F223977CD45}" srcOrd="0" destOrd="0" presId="urn:microsoft.com/office/officeart/2018/2/layout/IconCircleList"/>
    <dgm:cxn modelId="{9A7FAD48-5E32-4D36-9EDA-22B17077E1FC}" type="presOf" srcId="{C2E282FC-0C23-4DC7-9BAB-4431DCA0DF47}" destId="{1DC196DA-6CBC-4D08-8D0A-7F02384E8179}" srcOrd="0" destOrd="0" presId="urn:microsoft.com/office/officeart/2018/2/layout/IconCircleList"/>
    <dgm:cxn modelId="{E70AB256-64C0-4710-B83D-77EE1F763A31}" type="presOf" srcId="{380D1063-A80B-444A-9809-71659B5EF723}" destId="{96098861-5E55-40F3-AA6E-8E27B1A629E4}" srcOrd="0" destOrd="0" presId="urn:microsoft.com/office/officeart/2018/2/layout/IconCircleList"/>
    <dgm:cxn modelId="{C62D305B-D7A1-4654-9AE9-4D4D7BDF9B90}" srcId="{C2E282FC-0C23-4DC7-9BAB-4431DCA0DF47}" destId="{8B59DE23-1BB6-4971-9828-2D7902033153}" srcOrd="3" destOrd="0" parTransId="{D6A6B06D-30F2-4FA7-93C6-439C2F84AF83}" sibTransId="{56D6BAC9-6642-4606-97FF-3D2411E9C8B4}"/>
    <dgm:cxn modelId="{B1C8046F-F8C1-4E96-9954-F950D02112FC}" type="presOf" srcId="{AD5ECEC1-CF53-4F42-A3C3-DA68A9BA3D9F}" destId="{45D2AE41-73A4-436C-A1C7-B42DF97926F1}" srcOrd="0" destOrd="0" presId="urn:microsoft.com/office/officeart/2018/2/layout/IconCircleList"/>
    <dgm:cxn modelId="{1013618E-01D5-404F-A3B4-CA1F931C3D43}" type="presOf" srcId="{9C1E78FE-4B31-45CD-817E-2F59C366C347}" destId="{5FE9AAC1-45EC-4915-B83B-66386FE18452}" srcOrd="0" destOrd="0" presId="urn:microsoft.com/office/officeart/2018/2/layout/IconCircleList"/>
    <dgm:cxn modelId="{1A01E0AC-6859-4814-9FD5-96983C940D79}" srcId="{C2E282FC-0C23-4DC7-9BAB-4431DCA0DF47}" destId="{1CBDA94C-EA85-4AB9-9B7A-CC8F4D53A30A}" srcOrd="1" destOrd="0" parTransId="{A030FD6A-3252-4875-858F-BAB772F002D3}" sibTransId="{380D1063-A80B-444A-9809-71659B5EF723}"/>
    <dgm:cxn modelId="{102BA3BE-2C32-411B-8F51-C6DDE9D0CE6A}" type="presOf" srcId="{51EB492D-745A-44CF-A930-DACCE1EA0007}" destId="{9AB3E831-02F5-4568-87A4-1BE80CE2C171}" srcOrd="0" destOrd="0" presId="urn:microsoft.com/office/officeart/2018/2/layout/IconCircleList"/>
    <dgm:cxn modelId="{0BA6E484-F120-4A96-9AC3-CEDAAC0C6245}" type="presParOf" srcId="{1DC196DA-6CBC-4D08-8D0A-7F02384E8179}" destId="{71720235-75F9-4780-8445-6EFF870C39B7}" srcOrd="0" destOrd="0" presId="urn:microsoft.com/office/officeart/2018/2/layout/IconCircleList"/>
    <dgm:cxn modelId="{2978ECA8-E59C-442C-A8B2-AC7A43646C03}" type="presParOf" srcId="{71720235-75F9-4780-8445-6EFF870C39B7}" destId="{B7E5B99C-C3BA-4B64-8403-146BEA22EAA2}" srcOrd="0" destOrd="0" presId="urn:microsoft.com/office/officeart/2018/2/layout/IconCircleList"/>
    <dgm:cxn modelId="{91E63B8B-003F-4EBA-9E70-15A2BE64EAC0}" type="presParOf" srcId="{B7E5B99C-C3BA-4B64-8403-146BEA22EAA2}" destId="{AE9B9094-E098-4A02-980F-B717AAAB4090}" srcOrd="0" destOrd="0" presId="urn:microsoft.com/office/officeart/2018/2/layout/IconCircleList"/>
    <dgm:cxn modelId="{1A7102F7-BF15-4CF4-A57A-9F8487CC6C48}" type="presParOf" srcId="{B7E5B99C-C3BA-4B64-8403-146BEA22EAA2}" destId="{C3528F8C-E211-4CC2-8B6B-E3D8861D651C}" srcOrd="1" destOrd="0" presId="urn:microsoft.com/office/officeart/2018/2/layout/IconCircleList"/>
    <dgm:cxn modelId="{ABED3AFD-06D7-4FB1-9506-AD0909F06159}" type="presParOf" srcId="{B7E5B99C-C3BA-4B64-8403-146BEA22EAA2}" destId="{FD2CA15C-7AEF-4062-A090-8FFEEE2E6CD6}" srcOrd="2" destOrd="0" presId="urn:microsoft.com/office/officeart/2018/2/layout/IconCircleList"/>
    <dgm:cxn modelId="{8B3073CC-9912-41ED-A1D1-E496AF1FFD95}" type="presParOf" srcId="{B7E5B99C-C3BA-4B64-8403-146BEA22EAA2}" destId="{5FE9AAC1-45EC-4915-B83B-66386FE18452}" srcOrd="3" destOrd="0" presId="urn:microsoft.com/office/officeart/2018/2/layout/IconCircleList"/>
    <dgm:cxn modelId="{840FBBAB-C777-45A2-8102-D5FD4A01D9AF}" type="presParOf" srcId="{71720235-75F9-4780-8445-6EFF870C39B7}" destId="{9AB3E831-02F5-4568-87A4-1BE80CE2C171}" srcOrd="1" destOrd="0" presId="urn:microsoft.com/office/officeart/2018/2/layout/IconCircleList"/>
    <dgm:cxn modelId="{C5A70BD3-70AD-4973-BF96-B91F9E601761}" type="presParOf" srcId="{71720235-75F9-4780-8445-6EFF870C39B7}" destId="{F3C46DFC-F952-449F-A41B-52B8532F0351}" srcOrd="2" destOrd="0" presId="urn:microsoft.com/office/officeart/2018/2/layout/IconCircleList"/>
    <dgm:cxn modelId="{5361C5A5-9922-4EB3-BC58-90203B54125F}" type="presParOf" srcId="{F3C46DFC-F952-449F-A41B-52B8532F0351}" destId="{6825F9AB-C02D-4648-A18F-2A99F0D5FF4A}" srcOrd="0" destOrd="0" presId="urn:microsoft.com/office/officeart/2018/2/layout/IconCircleList"/>
    <dgm:cxn modelId="{7C3352C1-D7FB-4069-B55A-DD3FFE997CF1}" type="presParOf" srcId="{F3C46DFC-F952-449F-A41B-52B8532F0351}" destId="{013AE8B3-E56F-4DD7-86EF-C47FF37DFAAB}" srcOrd="1" destOrd="0" presId="urn:microsoft.com/office/officeart/2018/2/layout/IconCircleList"/>
    <dgm:cxn modelId="{CBAC001D-A5E1-438F-A6B8-AF0A3A5D72CB}" type="presParOf" srcId="{F3C46DFC-F952-449F-A41B-52B8532F0351}" destId="{6A8FD1DF-8525-4FC8-8174-5CAC1C0DBC84}" srcOrd="2" destOrd="0" presId="urn:microsoft.com/office/officeart/2018/2/layout/IconCircleList"/>
    <dgm:cxn modelId="{29C3130A-C385-44D1-84E9-F5E1D4675972}" type="presParOf" srcId="{F3C46DFC-F952-449F-A41B-52B8532F0351}" destId="{B52B4B92-A339-491E-AF87-15D75D77238B}" srcOrd="3" destOrd="0" presId="urn:microsoft.com/office/officeart/2018/2/layout/IconCircleList"/>
    <dgm:cxn modelId="{7282A133-BA6D-4B2E-AFA0-1EAA0BA204BC}" type="presParOf" srcId="{71720235-75F9-4780-8445-6EFF870C39B7}" destId="{96098861-5E55-40F3-AA6E-8E27B1A629E4}" srcOrd="3" destOrd="0" presId="urn:microsoft.com/office/officeart/2018/2/layout/IconCircleList"/>
    <dgm:cxn modelId="{3F1EBD7F-BAEC-4BD7-AB6C-7102EE0722A9}" type="presParOf" srcId="{71720235-75F9-4780-8445-6EFF870C39B7}" destId="{13273800-1A21-4875-AF1E-FDB3603C179C}" srcOrd="4" destOrd="0" presId="urn:microsoft.com/office/officeart/2018/2/layout/IconCircleList"/>
    <dgm:cxn modelId="{459A9689-7E94-4E59-9168-4382EF937F36}" type="presParOf" srcId="{13273800-1A21-4875-AF1E-FDB3603C179C}" destId="{1D3A9CFF-6930-4634-A13D-C6449D752538}" srcOrd="0" destOrd="0" presId="urn:microsoft.com/office/officeart/2018/2/layout/IconCircleList"/>
    <dgm:cxn modelId="{B8D27280-E604-4DB4-AF74-35FEB13F4DC2}" type="presParOf" srcId="{13273800-1A21-4875-AF1E-FDB3603C179C}" destId="{7DDFFDD1-216B-4D1A-9BC4-74371EB45225}" srcOrd="1" destOrd="0" presId="urn:microsoft.com/office/officeart/2018/2/layout/IconCircleList"/>
    <dgm:cxn modelId="{E88E83D3-794D-43B7-83AD-E02E02B42101}" type="presParOf" srcId="{13273800-1A21-4875-AF1E-FDB3603C179C}" destId="{0E15B7EE-4C58-46DD-B82B-F30B2D1AE140}" srcOrd="2" destOrd="0" presId="urn:microsoft.com/office/officeart/2018/2/layout/IconCircleList"/>
    <dgm:cxn modelId="{2908245F-613A-4A99-BD11-063CA39571D9}" type="presParOf" srcId="{13273800-1A21-4875-AF1E-FDB3603C179C}" destId="{591F1248-5B54-48E0-A72A-90465A923436}" srcOrd="3" destOrd="0" presId="urn:microsoft.com/office/officeart/2018/2/layout/IconCircleList"/>
    <dgm:cxn modelId="{425379A6-D3FA-4502-B8B1-BD74295C1276}" type="presParOf" srcId="{71720235-75F9-4780-8445-6EFF870C39B7}" destId="{45D2AE41-73A4-436C-A1C7-B42DF97926F1}" srcOrd="5" destOrd="0" presId="urn:microsoft.com/office/officeart/2018/2/layout/IconCircleList"/>
    <dgm:cxn modelId="{E75ECD18-0804-4D59-8CA2-DD0825B285BF}" type="presParOf" srcId="{71720235-75F9-4780-8445-6EFF870C39B7}" destId="{3F944C81-B10E-4F0C-BCF9-A6675B93C38D}" srcOrd="6" destOrd="0" presId="urn:microsoft.com/office/officeart/2018/2/layout/IconCircleList"/>
    <dgm:cxn modelId="{FEF0B2F8-B798-4C0E-AD6E-BE63115AFD53}" type="presParOf" srcId="{3F944C81-B10E-4F0C-BCF9-A6675B93C38D}" destId="{BD144D78-EC72-43F6-83CA-6E83326BCF28}" srcOrd="0" destOrd="0" presId="urn:microsoft.com/office/officeart/2018/2/layout/IconCircleList"/>
    <dgm:cxn modelId="{2A8E2D06-39F9-4671-8F46-4817E8477F24}" type="presParOf" srcId="{3F944C81-B10E-4F0C-BCF9-A6675B93C38D}" destId="{9790E7DC-712A-40D9-AFE1-34DF04D06D4F}" srcOrd="1" destOrd="0" presId="urn:microsoft.com/office/officeart/2018/2/layout/IconCircleList"/>
    <dgm:cxn modelId="{116388B2-1BC2-4A09-9B0E-DCF371897206}" type="presParOf" srcId="{3F944C81-B10E-4F0C-BCF9-A6675B93C38D}" destId="{4CAB1BB2-4415-439E-8187-9D58CD5ADCDA}" srcOrd="2" destOrd="0" presId="urn:microsoft.com/office/officeart/2018/2/layout/IconCircleList"/>
    <dgm:cxn modelId="{EADD62B8-916F-4923-B7CA-B5BAD260A71F}" type="presParOf" srcId="{3F944C81-B10E-4F0C-BCF9-A6675B93C38D}" destId="{FF3C3177-BCB9-4A8F-8A99-8F223977CD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E282FC-0C23-4DC7-9BAB-4431DCA0DF4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C1E78FE-4B31-45CD-817E-2F59C366C347}">
      <dgm:prSet custT="1"/>
      <dgm:spPr/>
      <dgm:t>
        <a:bodyPr/>
        <a:lstStyle/>
        <a:p>
          <a:r>
            <a:rPr lang="en-US" sz="2800" b="0" i="0" baseline="0" dirty="0"/>
            <a:t>Use OBD-II data to monitor vehicle health.</a:t>
          </a:r>
          <a:endParaRPr lang="en-US" sz="2800" dirty="0"/>
        </a:p>
      </dgm:t>
    </dgm:pt>
    <dgm:pt modelId="{F58A74AA-F8C0-46AB-A61D-0EB4A2D71087}" type="parTrans" cxnId="{A06BA531-8819-46B2-BB8B-DAEA64D76FD5}">
      <dgm:prSet/>
      <dgm:spPr/>
      <dgm:t>
        <a:bodyPr/>
        <a:lstStyle/>
        <a:p>
          <a:endParaRPr lang="en-US"/>
        </a:p>
      </dgm:t>
    </dgm:pt>
    <dgm:pt modelId="{51EB492D-745A-44CF-A930-DACCE1EA0007}" type="sibTrans" cxnId="{A06BA531-8819-46B2-BB8B-DAEA64D76FD5}">
      <dgm:prSet/>
      <dgm:spPr/>
      <dgm:t>
        <a:bodyPr/>
        <a:lstStyle/>
        <a:p>
          <a:endParaRPr lang="en-US"/>
        </a:p>
      </dgm:t>
    </dgm:pt>
    <dgm:pt modelId="{1CBDA94C-EA85-4AB9-9B7A-CC8F4D53A30A}">
      <dgm:prSet custT="1"/>
      <dgm:spPr/>
      <dgm:t>
        <a:bodyPr/>
        <a:lstStyle/>
        <a:p>
          <a:r>
            <a:rPr lang="en-US" sz="2800" b="0" i="0" baseline="0" dirty="0"/>
            <a:t>Collect real-time sensor data using Raspberry Pi and OBD-II scanners.</a:t>
          </a:r>
          <a:endParaRPr lang="en-US" sz="2800" dirty="0"/>
        </a:p>
      </dgm:t>
    </dgm:pt>
    <dgm:pt modelId="{A030FD6A-3252-4875-858F-BAB772F002D3}" type="parTrans" cxnId="{1A01E0AC-6859-4814-9FD5-96983C940D79}">
      <dgm:prSet/>
      <dgm:spPr/>
      <dgm:t>
        <a:bodyPr/>
        <a:lstStyle/>
        <a:p>
          <a:endParaRPr lang="en-US"/>
        </a:p>
      </dgm:t>
    </dgm:pt>
    <dgm:pt modelId="{380D1063-A80B-444A-9809-71659B5EF723}" type="sibTrans" cxnId="{1A01E0AC-6859-4814-9FD5-96983C940D79}">
      <dgm:prSet/>
      <dgm:spPr/>
      <dgm:t>
        <a:bodyPr/>
        <a:lstStyle/>
        <a:p>
          <a:endParaRPr lang="en-US"/>
        </a:p>
      </dgm:t>
    </dgm:pt>
    <dgm:pt modelId="{2F3BBCD3-87D9-4023-AEA3-A7E79ADF1F7F}">
      <dgm:prSet custT="1"/>
      <dgm:spPr/>
      <dgm:t>
        <a:bodyPr/>
        <a:lstStyle/>
        <a:p>
          <a:r>
            <a:rPr lang="en-US" sz="1600" b="0" i="0" baseline="0" dirty="0"/>
            <a:t>Build machine learning pipelines to detect unusual patterns or predict faults.</a:t>
          </a:r>
          <a:endParaRPr lang="en-US" sz="1600" dirty="0"/>
        </a:p>
      </dgm:t>
    </dgm:pt>
    <dgm:pt modelId="{6073F377-86D2-4176-B8DD-E32331BDC98C}" type="parTrans" cxnId="{E608B61C-600A-4001-8E70-A3C8B8535BBE}">
      <dgm:prSet/>
      <dgm:spPr/>
      <dgm:t>
        <a:bodyPr/>
        <a:lstStyle/>
        <a:p>
          <a:endParaRPr lang="en-US"/>
        </a:p>
      </dgm:t>
    </dgm:pt>
    <dgm:pt modelId="{AD5ECEC1-CF53-4F42-A3C3-DA68A9BA3D9F}" type="sibTrans" cxnId="{E608B61C-600A-4001-8E70-A3C8B8535BBE}">
      <dgm:prSet/>
      <dgm:spPr/>
      <dgm:t>
        <a:bodyPr/>
        <a:lstStyle/>
        <a:p>
          <a:endParaRPr lang="en-US"/>
        </a:p>
      </dgm:t>
    </dgm:pt>
    <dgm:pt modelId="{8B59DE23-1BB6-4971-9828-2D7902033153}">
      <dgm:prSet custT="1"/>
      <dgm:spPr/>
      <dgm:t>
        <a:bodyPr/>
        <a:lstStyle/>
        <a:p>
          <a:r>
            <a:rPr lang="en-US" sz="1600" b="0" i="0" baseline="0" dirty="0"/>
            <a:t>Enable early alerts to prevent failure and optimize maintenance schedules.</a:t>
          </a:r>
          <a:endParaRPr lang="en-US" sz="1600" dirty="0"/>
        </a:p>
      </dgm:t>
    </dgm:pt>
    <dgm:pt modelId="{D6A6B06D-30F2-4FA7-93C6-439C2F84AF83}" type="parTrans" cxnId="{C62D305B-D7A1-4654-9AE9-4D4D7BDF9B90}">
      <dgm:prSet/>
      <dgm:spPr/>
      <dgm:t>
        <a:bodyPr/>
        <a:lstStyle/>
        <a:p>
          <a:endParaRPr lang="en-US"/>
        </a:p>
      </dgm:t>
    </dgm:pt>
    <dgm:pt modelId="{56D6BAC9-6642-4606-97FF-3D2411E9C8B4}" type="sibTrans" cxnId="{C62D305B-D7A1-4654-9AE9-4D4D7BDF9B90}">
      <dgm:prSet/>
      <dgm:spPr/>
      <dgm:t>
        <a:bodyPr/>
        <a:lstStyle/>
        <a:p>
          <a:endParaRPr lang="en-US"/>
        </a:p>
      </dgm:t>
    </dgm:pt>
    <dgm:pt modelId="{1DC196DA-6CBC-4D08-8D0A-7F02384E8179}" type="pres">
      <dgm:prSet presAssocID="{C2E282FC-0C23-4DC7-9BAB-4431DCA0DF47}" presName="root" presStyleCnt="0">
        <dgm:presLayoutVars>
          <dgm:dir/>
          <dgm:resizeHandles val="exact"/>
        </dgm:presLayoutVars>
      </dgm:prSet>
      <dgm:spPr/>
    </dgm:pt>
    <dgm:pt modelId="{71720235-75F9-4780-8445-6EFF870C39B7}" type="pres">
      <dgm:prSet presAssocID="{C2E282FC-0C23-4DC7-9BAB-4431DCA0DF47}" presName="container" presStyleCnt="0">
        <dgm:presLayoutVars>
          <dgm:dir/>
          <dgm:resizeHandles val="exact"/>
        </dgm:presLayoutVars>
      </dgm:prSet>
      <dgm:spPr/>
    </dgm:pt>
    <dgm:pt modelId="{B7E5B99C-C3BA-4B64-8403-146BEA22EAA2}" type="pres">
      <dgm:prSet presAssocID="{9C1E78FE-4B31-45CD-817E-2F59C366C347}" presName="compNode" presStyleCnt="0"/>
      <dgm:spPr/>
    </dgm:pt>
    <dgm:pt modelId="{AE9B9094-E098-4A02-980F-B717AAAB4090}" type="pres">
      <dgm:prSet presAssocID="{9C1E78FE-4B31-45CD-817E-2F59C366C347}" presName="iconBgRect" presStyleLbl="bgShp" presStyleIdx="0" presStyleCnt="4" custScaleX="110652" custScaleY="113236"/>
      <dgm:spPr/>
    </dgm:pt>
    <dgm:pt modelId="{C3528F8C-E211-4CC2-8B6B-E3D8861D651C}" type="pres">
      <dgm:prSet presAssocID="{9C1E78FE-4B31-45CD-817E-2F59C366C347}" presName="iconRect" presStyleLbl="node1" presStyleIdx="0" presStyleCnt="4" custScaleX="110652" custScaleY="11323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FD2CA15C-7AEF-4062-A090-8FFEEE2E6CD6}" type="pres">
      <dgm:prSet presAssocID="{9C1E78FE-4B31-45CD-817E-2F59C366C347}" presName="spaceRect" presStyleCnt="0"/>
      <dgm:spPr/>
    </dgm:pt>
    <dgm:pt modelId="{5FE9AAC1-45EC-4915-B83B-66386FE18452}" type="pres">
      <dgm:prSet presAssocID="{9C1E78FE-4B31-45CD-817E-2F59C366C347}" presName="textRect" presStyleLbl="revTx" presStyleIdx="0" presStyleCnt="4">
        <dgm:presLayoutVars>
          <dgm:chMax val="1"/>
          <dgm:chPref val="1"/>
        </dgm:presLayoutVars>
      </dgm:prSet>
      <dgm:spPr/>
    </dgm:pt>
    <dgm:pt modelId="{9AB3E831-02F5-4568-87A4-1BE80CE2C171}" type="pres">
      <dgm:prSet presAssocID="{51EB492D-745A-44CF-A930-DACCE1EA0007}" presName="sibTrans" presStyleLbl="sibTrans2D1" presStyleIdx="0" presStyleCnt="0"/>
      <dgm:spPr/>
    </dgm:pt>
    <dgm:pt modelId="{F3C46DFC-F952-449F-A41B-52B8532F0351}" type="pres">
      <dgm:prSet presAssocID="{1CBDA94C-EA85-4AB9-9B7A-CC8F4D53A30A}" presName="compNode" presStyleCnt="0"/>
      <dgm:spPr/>
    </dgm:pt>
    <dgm:pt modelId="{6825F9AB-C02D-4648-A18F-2A99F0D5FF4A}" type="pres">
      <dgm:prSet presAssocID="{1CBDA94C-EA85-4AB9-9B7A-CC8F4D53A30A}" presName="iconBgRect" presStyleLbl="bgShp" presStyleIdx="1" presStyleCnt="4" custScaleX="110652" custScaleY="113236"/>
      <dgm:spPr/>
    </dgm:pt>
    <dgm:pt modelId="{013AE8B3-E56F-4DD7-86EF-C47FF37DFAAB}" type="pres">
      <dgm:prSet presAssocID="{1CBDA94C-EA85-4AB9-9B7A-CC8F4D53A30A}" presName="iconRect" presStyleLbl="node1" presStyleIdx="1" presStyleCnt="4" custScaleX="110652" custScaleY="11323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6A8FD1DF-8525-4FC8-8174-5CAC1C0DBC84}" type="pres">
      <dgm:prSet presAssocID="{1CBDA94C-EA85-4AB9-9B7A-CC8F4D53A30A}" presName="spaceRect" presStyleCnt="0"/>
      <dgm:spPr/>
    </dgm:pt>
    <dgm:pt modelId="{B52B4B92-A339-491E-AF87-15D75D77238B}" type="pres">
      <dgm:prSet presAssocID="{1CBDA94C-EA85-4AB9-9B7A-CC8F4D53A30A}" presName="textRect" presStyleLbl="revTx" presStyleIdx="1" presStyleCnt="4">
        <dgm:presLayoutVars>
          <dgm:chMax val="1"/>
          <dgm:chPref val="1"/>
        </dgm:presLayoutVars>
      </dgm:prSet>
      <dgm:spPr/>
    </dgm:pt>
    <dgm:pt modelId="{96098861-5E55-40F3-AA6E-8E27B1A629E4}" type="pres">
      <dgm:prSet presAssocID="{380D1063-A80B-444A-9809-71659B5EF723}" presName="sibTrans" presStyleLbl="sibTrans2D1" presStyleIdx="0" presStyleCnt="0"/>
      <dgm:spPr/>
    </dgm:pt>
    <dgm:pt modelId="{13273800-1A21-4875-AF1E-FDB3603C179C}" type="pres">
      <dgm:prSet presAssocID="{2F3BBCD3-87D9-4023-AEA3-A7E79ADF1F7F}" presName="compNode" presStyleCnt="0"/>
      <dgm:spPr/>
    </dgm:pt>
    <dgm:pt modelId="{1D3A9CFF-6930-4634-A13D-C6449D752538}" type="pres">
      <dgm:prSet presAssocID="{2F3BBCD3-87D9-4023-AEA3-A7E79ADF1F7F}" presName="iconBgRect" presStyleLbl="bgShp" presStyleIdx="2" presStyleCnt="4" custScaleX="70318" custScaleY="72924"/>
      <dgm:spPr/>
    </dgm:pt>
    <dgm:pt modelId="{7DDFFDD1-216B-4D1A-9BC4-74371EB45225}" type="pres">
      <dgm:prSet presAssocID="{2F3BBCD3-87D9-4023-AEA3-A7E79ADF1F7F}" presName="iconRect" presStyleLbl="node1" presStyleIdx="2" presStyleCnt="4" custScaleX="70318" custScaleY="7292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E15B7EE-4C58-46DD-B82B-F30B2D1AE140}" type="pres">
      <dgm:prSet presAssocID="{2F3BBCD3-87D9-4023-AEA3-A7E79ADF1F7F}" presName="spaceRect" presStyleCnt="0"/>
      <dgm:spPr/>
    </dgm:pt>
    <dgm:pt modelId="{591F1248-5B54-48E0-A72A-90465A923436}" type="pres">
      <dgm:prSet presAssocID="{2F3BBCD3-87D9-4023-AEA3-A7E79ADF1F7F}" presName="textRect" presStyleLbl="revTx" presStyleIdx="2" presStyleCnt="4">
        <dgm:presLayoutVars>
          <dgm:chMax val="1"/>
          <dgm:chPref val="1"/>
        </dgm:presLayoutVars>
      </dgm:prSet>
      <dgm:spPr/>
    </dgm:pt>
    <dgm:pt modelId="{45D2AE41-73A4-436C-A1C7-B42DF97926F1}" type="pres">
      <dgm:prSet presAssocID="{AD5ECEC1-CF53-4F42-A3C3-DA68A9BA3D9F}" presName="sibTrans" presStyleLbl="sibTrans2D1" presStyleIdx="0" presStyleCnt="0"/>
      <dgm:spPr/>
    </dgm:pt>
    <dgm:pt modelId="{3F944C81-B10E-4F0C-BCF9-A6675B93C38D}" type="pres">
      <dgm:prSet presAssocID="{8B59DE23-1BB6-4971-9828-2D7902033153}" presName="compNode" presStyleCnt="0"/>
      <dgm:spPr/>
    </dgm:pt>
    <dgm:pt modelId="{BD144D78-EC72-43F6-83CA-6E83326BCF28}" type="pres">
      <dgm:prSet presAssocID="{8B59DE23-1BB6-4971-9828-2D7902033153}" presName="iconBgRect" presStyleLbl="bgShp" presStyleIdx="3" presStyleCnt="4" custScaleX="73370" custScaleY="70878"/>
      <dgm:spPr/>
    </dgm:pt>
    <dgm:pt modelId="{9790E7DC-712A-40D9-AFE1-34DF04D06D4F}" type="pres">
      <dgm:prSet presAssocID="{8B59DE23-1BB6-4971-9828-2D7902033153}" presName="iconRect" presStyleLbl="node1" presStyleIdx="3" presStyleCnt="4" custScaleX="73370" custScaleY="7087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CAB1BB2-4415-439E-8187-9D58CD5ADCDA}" type="pres">
      <dgm:prSet presAssocID="{8B59DE23-1BB6-4971-9828-2D7902033153}" presName="spaceRect" presStyleCnt="0"/>
      <dgm:spPr/>
    </dgm:pt>
    <dgm:pt modelId="{FF3C3177-BCB9-4A8F-8A99-8F223977CD45}" type="pres">
      <dgm:prSet presAssocID="{8B59DE23-1BB6-4971-9828-2D790203315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96B6B17-5E4C-4E39-9D52-C5F1C57CD0C1}" type="presOf" srcId="{2F3BBCD3-87D9-4023-AEA3-A7E79ADF1F7F}" destId="{591F1248-5B54-48E0-A72A-90465A923436}" srcOrd="0" destOrd="0" presId="urn:microsoft.com/office/officeart/2018/2/layout/IconCircleList"/>
    <dgm:cxn modelId="{E608B61C-600A-4001-8E70-A3C8B8535BBE}" srcId="{C2E282FC-0C23-4DC7-9BAB-4431DCA0DF47}" destId="{2F3BBCD3-87D9-4023-AEA3-A7E79ADF1F7F}" srcOrd="2" destOrd="0" parTransId="{6073F377-86D2-4176-B8DD-E32331BDC98C}" sibTransId="{AD5ECEC1-CF53-4F42-A3C3-DA68A9BA3D9F}"/>
    <dgm:cxn modelId="{7D9AF027-DED4-4D2C-975D-3DB0179CC092}" type="presOf" srcId="{1CBDA94C-EA85-4AB9-9B7A-CC8F4D53A30A}" destId="{B52B4B92-A339-491E-AF87-15D75D77238B}" srcOrd="0" destOrd="0" presId="urn:microsoft.com/office/officeart/2018/2/layout/IconCircleList"/>
    <dgm:cxn modelId="{A06BA531-8819-46B2-BB8B-DAEA64D76FD5}" srcId="{C2E282FC-0C23-4DC7-9BAB-4431DCA0DF47}" destId="{9C1E78FE-4B31-45CD-817E-2F59C366C347}" srcOrd="0" destOrd="0" parTransId="{F58A74AA-F8C0-46AB-A61D-0EB4A2D71087}" sibTransId="{51EB492D-745A-44CF-A930-DACCE1EA0007}"/>
    <dgm:cxn modelId="{3C053241-8460-4404-A636-DAE8FA789670}" type="presOf" srcId="{8B59DE23-1BB6-4971-9828-2D7902033153}" destId="{FF3C3177-BCB9-4A8F-8A99-8F223977CD45}" srcOrd="0" destOrd="0" presId="urn:microsoft.com/office/officeart/2018/2/layout/IconCircleList"/>
    <dgm:cxn modelId="{9A7FAD48-5E32-4D36-9EDA-22B17077E1FC}" type="presOf" srcId="{C2E282FC-0C23-4DC7-9BAB-4431DCA0DF47}" destId="{1DC196DA-6CBC-4D08-8D0A-7F02384E8179}" srcOrd="0" destOrd="0" presId="urn:microsoft.com/office/officeart/2018/2/layout/IconCircleList"/>
    <dgm:cxn modelId="{E70AB256-64C0-4710-B83D-77EE1F763A31}" type="presOf" srcId="{380D1063-A80B-444A-9809-71659B5EF723}" destId="{96098861-5E55-40F3-AA6E-8E27B1A629E4}" srcOrd="0" destOrd="0" presId="urn:microsoft.com/office/officeart/2018/2/layout/IconCircleList"/>
    <dgm:cxn modelId="{C62D305B-D7A1-4654-9AE9-4D4D7BDF9B90}" srcId="{C2E282FC-0C23-4DC7-9BAB-4431DCA0DF47}" destId="{8B59DE23-1BB6-4971-9828-2D7902033153}" srcOrd="3" destOrd="0" parTransId="{D6A6B06D-30F2-4FA7-93C6-439C2F84AF83}" sibTransId="{56D6BAC9-6642-4606-97FF-3D2411E9C8B4}"/>
    <dgm:cxn modelId="{B1C8046F-F8C1-4E96-9954-F950D02112FC}" type="presOf" srcId="{AD5ECEC1-CF53-4F42-A3C3-DA68A9BA3D9F}" destId="{45D2AE41-73A4-436C-A1C7-B42DF97926F1}" srcOrd="0" destOrd="0" presId="urn:microsoft.com/office/officeart/2018/2/layout/IconCircleList"/>
    <dgm:cxn modelId="{1013618E-01D5-404F-A3B4-CA1F931C3D43}" type="presOf" srcId="{9C1E78FE-4B31-45CD-817E-2F59C366C347}" destId="{5FE9AAC1-45EC-4915-B83B-66386FE18452}" srcOrd="0" destOrd="0" presId="urn:microsoft.com/office/officeart/2018/2/layout/IconCircleList"/>
    <dgm:cxn modelId="{1A01E0AC-6859-4814-9FD5-96983C940D79}" srcId="{C2E282FC-0C23-4DC7-9BAB-4431DCA0DF47}" destId="{1CBDA94C-EA85-4AB9-9B7A-CC8F4D53A30A}" srcOrd="1" destOrd="0" parTransId="{A030FD6A-3252-4875-858F-BAB772F002D3}" sibTransId="{380D1063-A80B-444A-9809-71659B5EF723}"/>
    <dgm:cxn modelId="{102BA3BE-2C32-411B-8F51-C6DDE9D0CE6A}" type="presOf" srcId="{51EB492D-745A-44CF-A930-DACCE1EA0007}" destId="{9AB3E831-02F5-4568-87A4-1BE80CE2C171}" srcOrd="0" destOrd="0" presId="urn:microsoft.com/office/officeart/2018/2/layout/IconCircleList"/>
    <dgm:cxn modelId="{0BA6E484-F120-4A96-9AC3-CEDAAC0C6245}" type="presParOf" srcId="{1DC196DA-6CBC-4D08-8D0A-7F02384E8179}" destId="{71720235-75F9-4780-8445-6EFF870C39B7}" srcOrd="0" destOrd="0" presId="urn:microsoft.com/office/officeart/2018/2/layout/IconCircleList"/>
    <dgm:cxn modelId="{2978ECA8-E59C-442C-A8B2-AC7A43646C03}" type="presParOf" srcId="{71720235-75F9-4780-8445-6EFF870C39B7}" destId="{B7E5B99C-C3BA-4B64-8403-146BEA22EAA2}" srcOrd="0" destOrd="0" presId="urn:microsoft.com/office/officeart/2018/2/layout/IconCircleList"/>
    <dgm:cxn modelId="{91E63B8B-003F-4EBA-9E70-15A2BE64EAC0}" type="presParOf" srcId="{B7E5B99C-C3BA-4B64-8403-146BEA22EAA2}" destId="{AE9B9094-E098-4A02-980F-B717AAAB4090}" srcOrd="0" destOrd="0" presId="urn:microsoft.com/office/officeart/2018/2/layout/IconCircleList"/>
    <dgm:cxn modelId="{1A7102F7-BF15-4CF4-A57A-9F8487CC6C48}" type="presParOf" srcId="{B7E5B99C-C3BA-4B64-8403-146BEA22EAA2}" destId="{C3528F8C-E211-4CC2-8B6B-E3D8861D651C}" srcOrd="1" destOrd="0" presId="urn:microsoft.com/office/officeart/2018/2/layout/IconCircleList"/>
    <dgm:cxn modelId="{ABED3AFD-06D7-4FB1-9506-AD0909F06159}" type="presParOf" srcId="{B7E5B99C-C3BA-4B64-8403-146BEA22EAA2}" destId="{FD2CA15C-7AEF-4062-A090-8FFEEE2E6CD6}" srcOrd="2" destOrd="0" presId="urn:microsoft.com/office/officeart/2018/2/layout/IconCircleList"/>
    <dgm:cxn modelId="{8B3073CC-9912-41ED-A1D1-E496AF1FFD95}" type="presParOf" srcId="{B7E5B99C-C3BA-4B64-8403-146BEA22EAA2}" destId="{5FE9AAC1-45EC-4915-B83B-66386FE18452}" srcOrd="3" destOrd="0" presId="urn:microsoft.com/office/officeart/2018/2/layout/IconCircleList"/>
    <dgm:cxn modelId="{840FBBAB-C777-45A2-8102-D5FD4A01D9AF}" type="presParOf" srcId="{71720235-75F9-4780-8445-6EFF870C39B7}" destId="{9AB3E831-02F5-4568-87A4-1BE80CE2C171}" srcOrd="1" destOrd="0" presId="urn:microsoft.com/office/officeart/2018/2/layout/IconCircleList"/>
    <dgm:cxn modelId="{C5A70BD3-70AD-4973-BF96-B91F9E601761}" type="presParOf" srcId="{71720235-75F9-4780-8445-6EFF870C39B7}" destId="{F3C46DFC-F952-449F-A41B-52B8532F0351}" srcOrd="2" destOrd="0" presId="urn:microsoft.com/office/officeart/2018/2/layout/IconCircleList"/>
    <dgm:cxn modelId="{5361C5A5-9922-4EB3-BC58-90203B54125F}" type="presParOf" srcId="{F3C46DFC-F952-449F-A41B-52B8532F0351}" destId="{6825F9AB-C02D-4648-A18F-2A99F0D5FF4A}" srcOrd="0" destOrd="0" presId="urn:microsoft.com/office/officeart/2018/2/layout/IconCircleList"/>
    <dgm:cxn modelId="{7C3352C1-D7FB-4069-B55A-DD3FFE997CF1}" type="presParOf" srcId="{F3C46DFC-F952-449F-A41B-52B8532F0351}" destId="{013AE8B3-E56F-4DD7-86EF-C47FF37DFAAB}" srcOrd="1" destOrd="0" presId="urn:microsoft.com/office/officeart/2018/2/layout/IconCircleList"/>
    <dgm:cxn modelId="{CBAC001D-A5E1-438F-A6B8-AF0A3A5D72CB}" type="presParOf" srcId="{F3C46DFC-F952-449F-A41B-52B8532F0351}" destId="{6A8FD1DF-8525-4FC8-8174-5CAC1C0DBC84}" srcOrd="2" destOrd="0" presId="urn:microsoft.com/office/officeart/2018/2/layout/IconCircleList"/>
    <dgm:cxn modelId="{29C3130A-C385-44D1-84E9-F5E1D4675972}" type="presParOf" srcId="{F3C46DFC-F952-449F-A41B-52B8532F0351}" destId="{B52B4B92-A339-491E-AF87-15D75D77238B}" srcOrd="3" destOrd="0" presId="urn:microsoft.com/office/officeart/2018/2/layout/IconCircleList"/>
    <dgm:cxn modelId="{7282A133-BA6D-4B2E-AFA0-1EAA0BA204BC}" type="presParOf" srcId="{71720235-75F9-4780-8445-6EFF870C39B7}" destId="{96098861-5E55-40F3-AA6E-8E27B1A629E4}" srcOrd="3" destOrd="0" presId="urn:microsoft.com/office/officeart/2018/2/layout/IconCircleList"/>
    <dgm:cxn modelId="{3F1EBD7F-BAEC-4BD7-AB6C-7102EE0722A9}" type="presParOf" srcId="{71720235-75F9-4780-8445-6EFF870C39B7}" destId="{13273800-1A21-4875-AF1E-FDB3603C179C}" srcOrd="4" destOrd="0" presId="urn:microsoft.com/office/officeart/2018/2/layout/IconCircleList"/>
    <dgm:cxn modelId="{459A9689-7E94-4E59-9168-4382EF937F36}" type="presParOf" srcId="{13273800-1A21-4875-AF1E-FDB3603C179C}" destId="{1D3A9CFF-6930-4634-A13D-C6449D752538}" srcOrd="0" destOrd="0" presId="urn:microsoft.com/office/officeart/2018/2/layout/IconCircleList"/>
    <dgm:cxn modelId="{B8D27280-E604-4DB4-AF74-35FEB13F4DC2}" type="presParOf" srcId="{13273800-1A21-4875-AF1E-FDB3603C179C}" destId="{7DDFFDD1-216B-4D1A-9BC4-74371EB45225}" srcOrd="1" destOrd="0" presId="urn:microsoft.com/office/officeart/2018/2/layout/IconCircleList"/>
    <dgm:cxn modelId="{E88E83D3-794D-43B7-83AD-E02E02B42101}" type="presParOf" srcId="{13273800-1A21-4875-AF1E-FDB3603C179C}" destId="{0E15B7EE-4C58-46DD-B82B-F30B2D1AE140}" srcOrd="2" destOrd="0" presId="urn:microsoft.com/office/officeart/2018/2/layout/IconCircleList"/>
    <dgm:cxn modelId="{2908245F-613A-4A99-BD11-063CA39571D9}" type="presParOf" srcId="{13273800-1A21-4875-AF1E-FDB3603C179C}" destId="{591F1248-5B54-48E0-A72A-90465A923436}" srcOrd="3" destOrd="0" presId="urn:microsoft.com/office/officeart/2018/2/layout/IconCircleList"/>
    <dgm:cxn modelId="{425379A6-D3FA-4502-B8B1-BD74295C1276}" type="presParOf" srcId="{71720235-75F9-4780-8445-6EFF870C39B7}" destId="{45D2AE41-73A4-436C-A1C7-B42DF97926F1}" srcOrd="5" destOrd="0" presId="urn:microsoft.com/office/officeart/2018/2/layout/IconCircleList"/>
    <dgm:cxn modelId="{E75ECD18-0804-4D59-8CA2-DD0825B285BF}" type="presParOf" srcId="{71720235-75F9-4780-8445-6EFF870C39B7}" destId="{3F944C81-B10E-4F0C-BCF9-A6675B93C38D}" srcOrd="6" destOrd="0" presId="urn:microsoft.com/office/officeart/2018/2/layout/IconCircleList"/>
    <dgm:cxn modelId="{FEF0B2F8-B798-4C0E-AD6E-BE63115AFD53}" type="presParOf" srcId="{3F944C81-B10E-4F0C-BCF9-A6675B93C38D}" destId="{BD144D78-EC72-43F6-83CA-6E83326BCF28}" srcOrd="0" destOrd="0" presId="urn:microsoft.com/office/officeart/2018/2/layout/IconCircleList"/>
    <dgm:cxn modelId="{2A8E2D06-39F9-4671-8F46-4817E8477F24}" type="presParOf" srcId="{3F944C81-B10E-4F0C-BCF9-A6675B93C38D}" destId="{9790E7DC-712A-40D9-AFE1-34DF04D06D4F}" srcOrd="1" destOrd="0" presId="urn:microsoft.com/office/officeart/2018/2/layout/IconCircleList"/>
    <dgm:cxn modelId="{116388B2-1BC2-4A09-9B0E-DCF371897206}" type="presParOf" srcId="{3F944C81-B10E-4F0C-BCF9-A6675B93C38D}" destId="{4CAB1BB2-4415-439E-8187-9D58CD5ADCDA}" srcOrd="2" destOrd="0" presId="urn:microsoft.com/office/officeart/2018/2/layout/IconCircleList"/>
    <dgm:cxn modelId="{EADD62B8-916F-4923-B7CA-B5BAD260A71F}" type="presParOf" srcId="{3F944C81-B10E-4F0C-BCF9-A6675B93C38D}" destId="{FF3C3177-BCB9-4A8F-8A99-8F223977CD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E282FC-0C23-4DC7-9BAB-4431DCA0DF4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C1E78FE-4B31-45CD-817E-2F59C366C347}">
      <dgm:prSet/>
      <dgm:spPr/>
      <dgm:t>
        <a:bodyPr/>
        <a:lstStyle/>
        <a:p>
          <a:r>
            <a:rPr lang="en-US" b="0" i="0" baseline="0" dirty="0"/>
            <a:t>Use OBD-II data to monitor vehicle health.</a:t>
          </a:r>
          <a:endParaRPr lang="en-US" dirty="0"/>
        </a:p>
      </dgm:t>
    </dgm:pt>
    <dgm:pt modelId="{F58A74AA-F8C0-46AB-A61D-0EB4A2D71087}" type="parTrans" cxnId="{A06BA531-8819-46B2-BB8B-DAEA64D76FD5}">
      <dgm:prSet/>
      <dgm:spPr/>
      <dgm:t>
        <a:bodyPr/>
        <a:lstStyle/>
        <a:p>
          <a:endParaRPr lang="en-US"/>
        </a:p>
      </dgm:t>
    </dgm:pt>
    <dgm:pt modelId="{51EB492D-745A-44CF-A930-DACCE1EA0007}" type="sibTrans" cxnId="{A06BA531-8819-46B2-BB8B-DAEA64D76FD5}">
      <dgm:prSet/>
      <dgm:spPr/>
      <dgm:t>
        <a:bodyPr/>
        <a:lstStyle/>
        <a:p>
          <a:endParaRPr lang="en-US"/>
        </a:p>
      </dgm:t>
    </dgm:pt>
    <dgm:pt modelId="{1CBDA94C-EA85-4AB9-9B7A-CC8F4D53A30A}">
      <dgm:prSet/>
      <dgm:spPr/>
      <dgm:t>
        <a:bodyPr/>
        <a:lstStyle/>
        <a:p>
          <a:r>
            <a:rPr lang="en-US" b="0" i="0" baseline="0" dirty="0"/>
            <a:t>Collect real-time sensor data using Raspberry Pi and OBD-II scanners.</a:t>
          </a:r>
          <a:endParaRPr lang="en-US" dirty="0"/>
        </a:p>
      </dgm:t>
    </dgm:pt>
    <dgm:pt modelId="{A030FD6A-3252-4875-858F-BAB772F002D3}" type="parTrans" cxnId="{1A01E0AC-6859-4814-9FD5-96983C940D79}">
      <dgm:prSet/>
      <dgm:spPr/>
      <dgm:t>
        <a:bodyPr/>
        <a:lstStyle/>
        <a:p>
          <a:endParaRPr lang="en-US"/>
        </a:p>
      </dgm:t>
    </dgm:pt>
    <dgm:pt modelId="{380D1063-A80B-444A-9809-71659B5EF723}" type="sibTrans" cxnId="{1A01E0AC-6859-4814-9FD5-96983C940D79}">
      <dgm:prSet/>
      <dgm:spPr/>
      <dgm:t>
        <a:bodyPr/>
        <a:lstStyle/>
        <a:p>
          <a:endParaRPr lang="en-US"/>
        </a:p>
      </dgm:t>
    </dgm:pt>
    <dgm:pt modelId="{2F3BBCD3-87D9-4023-AEA3-A7E79ADF1F7F}">
      <dgm:prSet custT="1"/>
      <dgm:spPr/>
      <dgm:t>
        <a:bodyPr/>
        <a:lstStyle/>
        <a:p>
          <a:r>
            <a:rPr lang="en-US" sz="3300" b="0" i="0" baseline="0" dirty="0"/>
            <a:t>Build machine learning pipelines to detect unusual patterns or predict faults.</a:t>
          </a:r>
          <a:endParaRPr lang="en-US" sz="3300" dirty="0"/>
        </a:p>
      </dgm:t>
    </dgm:pt>
    <dgm:pt modelId="{6073F377-86D2-4176-B8DD-E32331BDC98C}" type="parTrans" cxnId="{E608B61C-600A-4001-8E70-A3C8B8535BBE}">
      <dgm:prSet/>
      <dgm:spPr/>
      <dgm:t>
        <a:bodyPr/>
        <a:lstStyle/>
        <a:p>
          <a:endParaRPr lang="en-US"/>
        </a:p>
      </dgm:t>
    </dgm:pt>
    <dgm:pt modelId="{AD5ECEC1-CF53-4F42-A3C3-DA68A9BA3D9F}" type="sibTrans" cxnId="{E608B61C-600A-4001-8E70-A3C8B8535BBE}">
      <dgm:prSet/>
      <dgm:spPr/>
      <dgm:t>
        <a:bodyPr/>
        <a:lstStyle/>
        <a:p>
          <a:endParaRPr lang="en-US"/>
        </a:p>
      </dgm:t>
    </dgm:pt>
    <dgm:pt modelId="{8B59DE23-1BB6-4971-9828-2D7902033153}">
      <dgm:prSet/>
      <dgm:spPr/>
      <dgm:t>
        <a:bodyPr/>
        <a:lstStyle/>
        <a:p>
          <a:r>
            <a:rPr lang="en-US" b="0" i="0" baseline="0" dirty="0"/>
            <a:t>Enable early alerts to prevent failure and optimize maintenance schedules.</a:t>
          </a:r>
          <a:endParaRPr lang="en-US" dirty="0"/>
        </a:p>
      </dgm:t>
    </dgm:pt>
    <dgm:pt modelId="{D6A6B06D-30F2-4FA7-93C6-439C2F84AF83}" type="parTrans" cxnId="{C62D305B-D7A1-4654-9AE9-4D4D7BDF9B90}">
      <dgm:prSet/>
      <dgm:spPr/>
      <dgm:t>
        <a:bodyPr/>
        <a:lstStyle/>
        <a:p>
          <a:endParaRPr lang="en-US"/>
        </a:p>
      </dgm:t>
    </dgm:pt>
    <dgm:pt modelId="{56D6BAC9-6642-4606-97FF-3D2411E9C8B4}" type="sibTrans" cxnId="{C62D305B-D7A1-4654-9AE9-4D4D7BDF9B90}">
      <dgm:prSet/>
      <dgm:spPr/>
      <dgm:t>
        <a:bodyPr/>
        <a:lstStyle/>
        <a:p>
          <a:endParaRPr lang="en-US"/>
        </a:p>
      </dgm:t>
    </dgm:pt>
    <dgm:pt modelId="{1DC196DA-6CBC-4D08-8D0A-7F02384E8179}" type="pres">
      <dgm:prSet presAssocID="{C2E282FC-0C23-4DC7-9BAB-4431DCA0DF47}" presName="root" presStyleCnt="0">
        <dgm:presLayoutVars>
          <dgm:dir/>
          <dgm:resizeHandles val="exact"/>
        </dgm:presLayoutVars>
      </dgm:prSet>
      <dgm:spPr/>
    </dgm:pt>
    <dgm:pt modelId="{71720235-75F9-4780-8445-6EFF870C39B7}" type="pres">
      <dgm:prSet presAssocID="{C2E282FC-0C23-4DC7-9BAB-4431DCA0DF47}" presName="container" presStyleCnt="0">
        <dgm:presLayoutVars>
          <dgm:dir/>
          <dgm:resizeHandles val="exact"/>
        </dgm:presLayoutVars>
      </dgm:prSet>
      <dgm:spPr/>
    </dgm:pt>
    <dgm:pt modelId="{B7E5B99C-C3BA-4B64-8403-146BEA22EAA2}" type="pres">
      <dgm:prSet presAssocID="{9C1E78FE-4B31-45CD-817E-2F59C366C347}" presName="compNode" presStyleCnt="0"/>
      <dgm:spPr/>
    </dgm:pt>
    <dgm:pt modelId="{AE9B9094-E098-4A02-980F-B717AAAB4090}" type="pres">
      <dgm:prSet presAssocID="{9C1E78FE-4B31-45CD-817E-2F59C366C347}" presName="iconBgRect" presStyleLbl="bgShp" presStyleIdx="0" presStyleCnt="4" custLinFactX="295336" custLinFactNeighborX="300000" custLinFactNeighborY="33280"/>
      <dgm:spPr/>
    </dgm:pt>
    <dgm:pt modelId="{C3528F8C-E211-4CC2-8B6B-E3D8861D651C}" type="pres">
      <dgm:prSet presAssocID="{9C1E78FE-4B31-45CD-817E-2F59C366C347}" presName="iconRect" presStyleLbl="node1" presStyleIdx="0" presStyleCnt="4" custLinFactX="500000" custLinFactNeighborX="526441" custLinFactNeighborY="5737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FD2CA15C-7AEF-4062-A090-8FFEEE2E6CD6}" type="pres">
      <dgm:prSet presAssocID="{9C1E78FE-4B31-45CD-817E-2F59C366C347}" presName="spaceRect" presStyleCnt="0"/>
      <dgm:spPr/>
    </dgm:pt>
    <dgm:pt modelId="{5FE9AAC1-45EC-4915-B83B-66386FE18452}" type="pres">
      <dgm:prSet presAssocID="{9C1E78FE-4B31-45CD-817E-2F59C366C347}" presName="textRect" presStyleLbl="revTx" presStyleIdx="0" presStyleCnt="4" custLinFactX="100000" custLinFactNeighborX="152567" custLinFactNeighborY="33280">
        <dgm:presLayoutVars>
          <dgm:chMax val="1"/>
          <dgm:chPref val="1"/>
        </dgm:presLayoutVars>
      </dgm:prSet>
      <dgm:spPr/>
    </dgm:pt>
    <dgm:pt modelId="{9AB3E831-02F5-4568-87A4-1BE80CE2C171}" type="pres">
      <dgm:prSet presAssocID="{51EB492D-745A-44CF-A930-DACCE1EA0007}" presName="sibTrans" presStyleLbl="sibTrans2D1" presStyleIdx="0" presStyleCnt="0"/>
      <dgm:spPr/>
    </dgm:pt>
    <dgm:pt modelId="{F3C46DFC-F952-449F-A41B-52B8532F0351}" type="pres">
      <dgm:prSet presAssocID="{1CBDA94C-EA85-4AB9-9B7A-CC8F4D53A30A}" presName="compNode" presStyleCnt="0"/>
      <dgm:spPr/>
    </dgm:pt>
    <dgm:pt modelId="{6825F9AB-C02D-4648-A18F-2A99F0D5FF4A}" type="pres">
      <dgm:prSet presAssocID="{1CBDA94C-EA85-4AB9-9B7A-CC8F4D53A30A}" presName="iconBgRect" presStyleLbl="bgShp" presStyleIdx="1" presStyleCnt="4" custLinFactX="97829" custLinFactY="53267" custLinFactNeighborX="100000" custLinFactNeighborY="100000"/>
      <dgm:spPr/>
    </dgm:pt>
    <dgm:pt modelId="{013AE8B3-E56F-4DD7-86EF-C47FF37DFAAB}" type="pres">
      <dgm:prSet presAssocID="{1CBDA94C-EA85-4AB9-9B7A-CC8F4D53A30A}" presName="iconRect" presStyleLbl="node1" presStyleIdx="1" presStyleCnt="4" custLinFactX="141085" custLinFactY="100000" custLinFactNeighborX="200000" custLinFactNeighborY="16425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6A8FD1DF-8525-4FC8-8174-5CAC1C0DBC84}" type="pres">
      <dgm:prSet presAssocID="{1CBDA94C-EA85-4AB9-9B7A-CC8F4D53A30A}" presName="spaceRect" presStyleCnt="0"/>
      <dgm:spPr/>
    </dgm:pt>
    <dgm:pt modelId="{B52B4B92-A339-491E-AF87-15D75D77238B}" type="pres">
      <dgm:prSet presAssocID="{1CBDA94C-EA85-4AB9-9B7A-CC8F4D53A30A}" presName="textRect" presStyleLbl="revTx" presStyleIdx="1" presStyleCnt="4" custLinFactY="53267" custLinFactNeighborX="83927" custLinFactNeighborY="100000">
        <dgm:presLayoutVars>
          <dgm:chMax val="1"/>
          <dgm:chPref val="1"/>
        </dgm:presLayoutVars>
      </dgm:prSet>
      <dgm:spPr/>
    </dgm:pt>
    <dgm:pt modelId="{96098861-5E55-40F3-AA6E-8E27B1A629E4}" type="pres">
      <dgm:prSet presAssocID="{380D1063-A80B-444A-9809-71659B5EF723}" presName="sibTrans" presStyleLbl="sibTrans2D1" presStyleIdx="0" presStyleCnt="0"/>
      <dgm:spPr/>
    </dgm:pt>
    <dgm:pt modelId="{13273800-1A21-4875-AF1E-FDB3603C179C}" type="pres">
      <dgm:prSet presAssocID="{2F3BBCD3-87D9-4023-AEA3-A7E79ADF1F7F}" presName="compNode" presStyleCnt="0"/>
      <dgm:spPr/>
    </dgm:pt>
    <dgm:pt modelId="{1D3A9CFF-6930-4634-A13D-C6449D752538}" type="pres">
      <dgm:prSet presAssocID="{2F3BBCD3-87D9-4023-AEA3-A7E79ADF1F7F}" presName="iconBgRect" presStyleLbl="bgShp" presStyleIdx="2" presStyleCnt="4" custScaleX="245370" custScaleY="263959" custLinFactNeighborX="-94294" custLinFactNeighborY="-81822"/>
      <dgm:spPr/>
    </dgm:pt>
    <dgm:pt modelId="{7DDFFDD1-216B-4D1A-9BC4-74371EB45225}" type="pres">
      <dgm:prSet presAssocID="{2F3BBCD3-87D9-4023-AEA3-A7E79ADF1F7F}" presName="iconRect" presStyleLbl="node1" presStyleIdx="2" presStyleCnt="4" custScaleX="245370" custScaleY="263959" custLinFactX="-62576" custLinFactY="-38639" custLinFactNeighborX="-100000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E15B7EE-4C58-46DD-B82B-F30B2D1AE140}" type="pres">
      <dgm:prSet presAssocID="{2F3BBCD3-87D9-4023-AEA3-A7E79ADF1F7F}" presName="spaceRect" presStyleCnt="0"/>
      <dgm:spPr/>
    </dgm:pt>
    <dgm:pt modelId="{591F1248-5B54-48E0-A72A-90465A923436}" type="pres">
      <dgm:prSet presAssocID="{2F3BBCD3-87D9-4023-AEA3-A7E79ADF1F7F}" presName="textRect" presStyleLbl="revTx" presStyleIdx="2" presStyleCnt="4" custScaleX="154450" custLinFactNeighborX="22747" custLinFactNeighborY="-83199">
        <dgm:presLayoutVars>
          <dgm:chMax val="1"/>
          <dgm:chPref val="1"/>
        </dgm:presLayoutVars>
      </dgm:prSet>
      <dgm:spPr/>
    </dgm:pt>
    <dgm:pt modelId="{45D2AE41-73A4-436C-A1C7-B42DF97926F1}" type="pres">
      <dgm:prSet presAssocID="{AD5ECEC1-CF53-4F42-A3C3-DA68A9BA3D9F}" presName="sibTrans" presStyleLbl="sibTrans2D1" presStyleIdx="0" presStyleCnt="0"/>
      <dgm:spPr/>
    </dgm:pt>
    <dgm:pt modelId="{3F944C81-B10E-4F0C-BCF9-A6675B93C38D}" type="pres">
      <dgm:prSet presAssocID="{8B59DE23-1BB6-4971-9828-2D7902033153}" presName="compNode" presStyleCnt="0"/>
      <dgm:spPr/>
    </dgm:pt>
    <dgm:pt modelId="{BD144D78-EC72-43F6-83CA-6E83326BCF28}" type="pres">
      <dgm:prSet presAssocID="{8B59DE23-1BB6-4971-9828-2D7902033153}" presName="iconBgRect" presStyleLbl="bgShp" presStyleIdx="3" presStyleCnt="4" custLinFactNeighborX="64710" custLinFactNeighborY="22186"/>
      <dgm:spPr/>
    </dgm:pt>
    <dgm:pt modelId="{9790E7DC-712A-40D9-AFE1-34DF04D06D4F}" type="pres">
      <dgm:prSet presAssocID="{8B59DE23-1BB6-4971-9828-2D7902033153}" presName="iconRect" presStyleLbl="node1" presStyleIdx="3" presStyleCnt="4" custLinFactX="11569" custLinFactNeighborX="100000" custLinFactNeighborY="38251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CAB1BB2-4415-439E-8187-9D58CD5ADCDA}" type="pres">
      <dgm:prSet presAssocID="{8B59DE23-1BB6-4971-9828-2D7902033153}" presName="spaceRect" presStyleCnt="0"/>
      <dgm:spPr/>
    </dgm:pt>
    <dgm:pt modelId="{FF3C3177-BCB9-4A8F-8A99-8F223977CD45}" type="pres">
      <dgm:prSet presAssocID="{8B59DE23-1BB6-4971-9828-2D7902033153}" presName="textRect" presStyleLbl="revTx" presStyleIdx="3" presStyleCnt="4" custLinFactNeighborX="27453" custLinFactNeighborY="22186">
        <dgm:presLayoutVars>
          <dgm:chMax val="1"/>
          <dgm:chPref val="1"/>
        </dgm:presLayoutVars>
      </dgm:prSet>
      <dgm:spPr/>
    </dgm:pt>
  </dgm:ptLst>
  <dgm:cxnLst>
    <dgm:cxn modelId="{696B6B17-5E4C-4E39-9D52-C5F1C57CD0C1}" type="presOf" srcId="{2F3BBCD3-87D9-4023-AEA3-A7E79ADF1F7F}" destId="{591F1248-5B54-48E0-A72A-90465A923436}" srcOrd="0" destOrd="0" presId="urn:microsoft.com/office/officeart/2018/2/layout/IconCircleList"/>
    <dgm:cxn modelId="{E608B61C-600A-4001-8E70-A3C8B8535BBE}" srcId="{C2E282FC-0C23-4DC7-9BAB-4431DCA0DF47}" destId="{2F3BBCD3-87D9-4023-AEA3-A7E79ADF1F7F}" srcOrd="2" destOrd="0" parTransId="{6073F377-86D2-4176-B8DD-E32331BDC98C}" sibTransId="{AD5ECEC1-CF53-4F42-A3C3-DA68A9BA3D9F}"/>
    <dgm:cxn modelId="{7D9AF027-DED4-4D2C-975D-3DB0179CC092}" type="presOf" srcId="{1CBDA94C-EA85-4AB9-9B7A-CC8F4D53A30A}" destId="{B52B4B92-A339-491E-AF87-15D75D77238B}" srcOrd="0" destOrd="0" presId="urn:microsoft.com/office/officeart/2018/2/layout/IconCircleList"/>
    <dgm:cxn modelId="{A06BA531-8819-46B2-BB8B-DAEA64D76FD5}" srcId="{C2E282FC-0C23-4DC7-9BAB-4431DCA0DF47}" destId="{9C1E78FE-4B31-45CD-817E-2F59C366C347}" srcOrd="0" destOrd="0" parTransId="{F58A74AA-F8C0-46AB-A61D-0EB4A2D71087}" sibTransId="{51EB492D-745A-44CF-A930-DACCE1EA0007}"/>
    <dgm:cxn modelId="{3C053241-8460-4404-A636-DAE8FA789670}" type="presOf" srcId="{8B59DE23-1BB6-4971-9828-2D7902033153}" destId="{FF3C3177-BCB9-4A8F-8A99-8F223977CD45}" srcOrd="0" destOrd="0" presId="urn:microsoft.com/office/officeart/2018/2/layout/IconCircleList"/>
    <dgm:cxn modelId="{9A7FAD48-5E32-4D36-9EDA-22B17077E1FC}" type="presOf" srcId="{C2E282FC-0C23-4DC7-9BAB-4431DCA0DF47}" destId="{1DC196DA-6CBC-4D08-8D0A-7F02384E8179}" srcOrd="0" destOrd="0" presId="urn:microsoft.com/office/officeart/2018/2/layout/IconCircleList"/>
    <dgm:cxn modelId="{E70AB256-64C0-4710-B83D-77EE1F763A31}" type="presOf" srcId="{380D1063-A80B-444A-9809-71659B5EF723}" destId="{96098861-5E55-40F3-AA6E-8E27B1A629E4}" srcOrd="0" destOrd="0" presId="urn:microsoft.com/office/officeart/2018/2/layout/IconCircleList"/>
    <dgm:cxn modelId="{C62D305B-D7A1-4654-9AE9-4D4D7BDF9B90}" srcId="{C2E282FC-0C23-4DC7-9BAB-4431DCA0DF47}" destId="{8B59DE23-1BB6-4971-9828-2D7902033153}" srcOrd="3" destOrd="0" parTransId="{D6A6B06D-30F2-4FA7-93C6-439C2F84AF83}" sibTransId="{56D6BAC9-6642-4606-97FF-3D2411E9C8B4}"/>
    <dgm:cxn modelId="{B1C8046F-F8C1-4E96-9954-F950D02112FC}" type="presOf" srcId="{AD5ECEC1-CF53-4F42-A3C3-DA68A9BA3D9F}" destId="{45D2AE41-73A4-436C-A1C7-B42DF97926F1}" srcOrd="0" destOrd="0" presId="urn:microsoft.com/office/officeart/2018/2/layout/IconCircleList"/>
    <dgm:cxn modelId="{1013618E-01D5-404F-A3B4-CA1F931C3D43}" type="presOf" srcId="{9C1E78FE-4B31-45CD-817E-2F59C366C347}" destId="{5FE9AAC1-45EC-4915-B83B-66386FE18452}" srcOrd="0" destOrd="0" presId="urn:microsoft.com/office/officeart/2018/2/layout/IconCircleList"/>
    <dgm:cxn modelId="{1A01E0AC-6859-4814-9FD5-96983C940D79}" srcId="{C2E282FC-0C23-4DC7-9BAB-4431DCA0DF47}" destId="{1CBDA94C-EA85-4AB9-9B7A-CC8F4D53A30A}" srcOrd="1" destOrd="0" parTransId="{A030FD6A-3252-4875-858F-BAB772F002D3}" sibTransId="{380D1063-A80B-444A-9809-71659B5EF723}"/>
    <dgm:cxn modelId="{102BA3BE-2C32-411B-8F51-C6DDE9D0CE6A}" type="presOf" srcId="{51EB492D-745A-44CF-A930-DACCE1EA0007}" destId="{9AB3E831-02F5-4568-87A4-1BE80CE2C171}" srcOrd="0" destOrd="0" presId="urn:microsoft.com/office/officeart/2018/2/layout/IconCircleList"/>
    <dgm:cxn modelId="{0BA6E484-F120-4A96-9AC3-CEDAAC0C6245}" type="presParOf" srcId="{1DC196DA-6CBC-4D08-8D0A-7F02384E8179}" destId="{71720235-75F9-4780-8445-6EFF870C39B7}" srcOrd="0" destOrd="0" presId="urn:microsoft.com/office/officeart/2018/2/layout/IconCircleList"/>
    <dgm:cxn modelId="{2978ECA8-E59C-442C-A8B2-AC7A43646C03}" type="presParOf" srcId="{71720235-75F9-4780-8445-6EFF870C39B7}" destId="{B7E5B99C-C3BA-4B64-8403-146BEA22EAA2}" srcOrd="0" destOrd="0" presId="urn:microsoft.com/office/officeart/2018/2/layout/IconCircleList"/>
    <dgm:cxn modelId="{91E63B8B-003F-4EBA-9E70-15A2BE64EAC0}" type="presParOf" srcId="{B7E5B99C-C3BA-4B64-8403-146BEA22EAA2}" destId="{AE9B9094-E098-4A02-980F-B717AAAB4090}" srcOrd="0" destOrd="0" presId="urn:microsoft.com/office/officeart/2018/2/layout/IconCircleList"/>
    <dgm:cxn modelId="{1A7102F7-BF15-4CF4-A57A-9F8487CC6C48}" type="presParOf" srcId="{B7E5B99C-C3BA-4B64-8403-146BEA22EAA2}" destId="{C3528F8C-E211-4CC2-8B6B-E3D8861D651C}" srcOrd="1" destOrd="0" presId="urn:microsoft.com/office/officeart/2018/2/layout/IconCircleList"/>
    <dgm:cxn modelId="{ABED3AFD-06D7-4FB1-9506-AD0909F06159}" type="presParOf" srcId="{B7E5B99C-C3BA-4B64-8403-146BEA22EAA2}" destId="{FD2CA15C-7AEF-4062-A090-8FFEEE2E6CD6}" srcOrd="2" destOrd="0" presId="urn:microsoft.com/office/officeart/2018/2/layout/IconCircleList"/>
    <dgm:cxn modelId="{8B3073CC-9912-41ED-A1D1-E496AF1FFD95}" type="presParOf" srcId="{B7E5B99C-C3BA-4B64-8403-146BEA22EAA2}" destId="{5FE9AAC1-45EC-4915-B83B-66386FE18452}" srcOrd="3" destOrd="0" presId="urn:microsoft.com/office/officeart/2018/2/layout/IconCircleList"/>
    <dgm:cxn modelId="{840FBBAB-C777-45A2-8102-D5FD4A01D9AF}" type="presParOf" srcId="{71720235-75F9-4780-8445-6EFF870C39B7}" destId="{9AB3E831-02F5-4568-87A4-1BE80CE2C171}" srcOrd="1" destOrd="0" presId="urn:microsoft.com/office/officeart/2018/2/layout/IconCircleList"/>
    <dgm:cxn modelId="{C5A70BD3-70AD-4973-BF96-B91F9E601761}" type="presParOf" srcId="{71720235-75F9-4780-8445-6EFF870C39B7}" destId="{F3C46DFC-F952-449F-A41B-52B8532F0351}" srcOrd="2" destOrd="0" presId="urn:microsoft.com/office/officeart/2018/2/layout/IconCircleList"/>
    <dgm:cxn modelId="{5361C5A5-9922-4EB3-BC58-90203B54125F}" type="presParOf" srcId="{F3C46DFC-F952-449F-A41B-52B8532F0351}" destId="{6825F9AB-C02D-4648-A18F-2A99F0D5FF4A}" srcOrd="0" destOrd="0" presId="urn:microsoft.com/office/officeart/2018/2/layout/IconCircleList"/>
    <dgm:cxn modelId="{7C3352C1-D7FB-4069-B55A-DD3FFE997CF1}" type="presParOf" srcId="{F3C46DFC-F952-449F-A41B-52B8532F0351}" destId="{013AE8B3-E56F-4DD7-86EF-C47FF37DFAAB}" srcOrd="1" destOrd="0" presId="urn:microsoft.com/office/officeart/2018/2/layout/IconCircleList"/>
    <dgm:cxn modelId="{CBAC001D-A5E1-438F-A6B8-AF0A3A5D72CB}" type="presParOf" srcId="{F3C46DFC-F952-449F-A41B-52B8532F0351}" destId="{6A8FD1DF-8525-4FC8-8174-5CAC1C0DBC84}" srcOrd="2" destOrd="0" presId="urn:microsoft.com/office/officeart/2018/2/layout/IconCircleList"/>
    <dgm:cxn modelId="{29C3130A-C385-44D1-84E9-F5E1D4675972}" type="presParOf" srcId="{F3C46DFC-F952-449F-A41B-52B8532F0351}" destId="{B52B4B92-A339-491E-AF87-15D75D77238B}" srcOrd="3" destOrd="0" presId="urn:microsoft.com/office/officeart/2018/2/layout/IconCircleList"/>
    <dgm:cxn modelId="{7282A133-BA6D-4B2E-AFA0-1EAA0BA204BC}" type="presParOf" srcId="{71720235-75F9-4780-8445-6EFF870C39B7}" destId="{96098861-5E55-40F3-AA6E-8E27B1A629E4}" srcOrd="3" destOrd="0" presId="urn:microsoft.com/office/officeart/2018/2/layout/IconCircleList"/>
    <dgm:cxn modelId="{3F1EBD7F-BAEC-4BD7-AB6C-7102EE0722A9}" type="presParOf" srcId="{71720235-75F9-4780-8445-6EFF870C39B7}" destId="{13273800-1A21-4875-AF1E-FDB3603C179C}" srcOrd="4" destOrd="0" presId="urn:microsoft.com/office/officeart/2018/2/layout/IconCircleList"/>
    <dgm:cxn modelId="{459A9689-7E94-4E59-9168-4382EF937F36}" type="presParOf" srcId="{13273800-1A21-4875-AF1E-FDB3603C179C}" destId="{1D3A9CFF-6930-4634-A13D-C6449D752538}" srcOrd="0" destOrd="0" presId="urn:microsoft.com/office/officeart/2018/2/layout/IconCircleList"/>
    <dgm:cxn modelId="{B8D27280-E604-4DB4-AF74-35FEB13F4DC2}" type="presParOf" srcId="{13273800-1A21-4875-AF1E-FDB3603C179C}" destId="{7DDFFDD1-216B-4D1A-9BC4-74371EB45225}" srcOrd="1" destOrd="0" presId="urn:microsoft.com/office/officeart/2018/2/layout/IconCircleList"/>
    <dgm:cxn modelId="{E88E83D3-794D-43B7-83AD-E02E02B42101}" type="presParOf" srcId="{13273800-1A21-4875-AF1E-FDB3603C179C}" destId="{0E15B7EE-4C58-46DD-B82B-F30B2D1AE140}" srcOrd="2" destOrd="0" presId="urn:microsoft.com/office/officeart/2018/2/layout/IconCircleList"/>
    <dgm:cxn modelId="{2908245F-613A-4A99-BD11-063CA39571D9}" type="presParOf" srcId="{13273800-1A21-4875-AF1E-FDB3603C179C}" destId="{591F1248-5B54-48E0-A72A-90465A923436}" srcOrd="3" destOrd="0" presId="urn:microsoft.com/office/officeart/2018/2/layout/IconCircleList"/>
    <dgm:cxn modelId="{425379A6-D3FA-4502-B8B1-BD74295C1276}" type="presParOf" srcId="{71720235-75F9-4780-8445-6EFF870C39B7}" destId="{45D2AE41-73A4-436C-A1C7-B42DF97926F1}" srcOrd="5" destOrd="0" presId="urn:microsoft.com/office/officeart/2018/2/layout/IconCircleList"/>
    <dgm:cxn modelId="{E75ECD18-0804-4D59-8CA2-DD0825B285BF}" type="presParOf" srcId="{71720235-75F9-4780-8445-6EFF870C39B7}" destId="{3F944C81-B10E-4F0C-BCF9-A6675B93C38D}" srcOrd="6" destOrd="0" presId="urn:microsoft.com/office/officeart/2018/2/layout/IconCircleList"/>
    <dgm:cxn modelId="{FEF0B2F8-B798-4C0E-AD6E-BE63115AFD53}" type="presParOf" srcId="{3F944C81-B10E-4F0C-BCF9-A6675B93C38D}" destId="{BD144D78-EC72-43F6-83CA-6E83326BCF28}" srcOrd="0" destOrd="0" presId="urn:microsoft.com/office/officeart/2018/2/layout/IconCircleList"/>
    <dgm:cxn modelId="{2A8E2D06-39F9-4671-8F46-4817E8477F24}" type="presParOf" srcId="{3F944C81-B10E-4F0C-BCF9-A6675B93C38D}" destId="{9790E7DC-712A-40D9-AFE1-34DF04D06D4F}" srcOrd="1" destOrd="0" presId="urn:microsoft.com/office/officeart/2018/2/layout/IconCircleList"/>
    <dgm:cxn modelId="{116388B2-1BC2-4A09-9B0E-DCF371897206}" type="presParOf" srcId="{3F944C81-B10E-4F0C-BCF9-A6675B93C38D}" destId="{4CAB1BB2-4415-439E-8187-9D58CD5ADCDA}" srcOrd="2" destOrd="0" presId="urn:microsoft.com/office/officeart/2018/2/layout/IconCircleList"/>
    <dgm:cxn modelId="{EADD62B8-916F-4923-B7CA-B5BAD260A71F}" type="presParOf" srcId="{3F944C81-B10E-4F0C-BCF9-A6675B93C38D}" destId="{FF3C3177-BCB9-4A8F-8A99-8F223977CD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E282FC-0C23-4DC7-9BAB-4431DCA0DF4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C1E78FE-4B31-45CD-817E-2F59C366C347}">
      <dgm:prSet/>
      <dgm:spPr/>
      <dgm:t>
        <a:bodyPr/>
        <a:lstStyle/>
        <a:p>
          <a:r>
            <a:rPr lang="en-US" b="0" i="0" baseline="0"/>
            <a:t>Use OBD-II data to monitor vehicle health.</a:t>
          </a:r>
          <a:endParaRPr lang="en-US"/>
        </a:p>
      </dgm:t>
    </dgm:pt>
    <dgm:pt modelId="{F58A74AA-F8C0-46AB-A61D-0EB4A2D71087}" type="parTrans" cxnId="{A06BA531-8819-46B2-BB8B-DAEA64D76FD5}">
      <dgm:prSet/>
      <dgm:spPr/>
      <dgm:t>
        <a:bodyPr/>
        <a:lstStyle/>
        <a:p>
          <a:endParaRPr lang="en-US"/>
        </a:p>
      </dgm:t>
    </dgm:pt>
    <dgm:pt modelId="{51EB492D-745A-44CF-A930-DACCE1EA0007}" type="sibTrans" cxnId="{A06BA531-8819-46B2-BB8B-DAEA64D76FD5}">
      <dgm:prSet/>
      <dgm:spPr/>
      <dgm:t>
        <a:bodyPr/>
        <a:lstStyle/>
        <a:p>
          <a:endParaRPr lang="en-US"/>
        </a:p>
      </dgm:t>
    </dgm:pt>
    <dgm:pt modelId="{1CBDA94C-EA85-4AB9-9B7A-CC8F4D53A30A}">
      <dgm:prSet/>
      <dgm:spPr/>
      <dgm:t>
        <a:bodyPr/>
        <a:lstStyle/>
        <a:p>
          <a:r>
            <a:rPr lang="en-US" b="0" i="0" baseline="0"/>
            <a:t>Collect real-time sensor data using Raspberry Pi and OBD-II scanners.</a:t>
          </a:r>
          <a:endParaRPr lang="en-US"/>
        </a:p>
      </dgm:t>
    </dgm:pt>
    <dgm:pt modelId="{A030FD6A-3252-4875-858F-BAB772F002D3}" type="parTrans" cxnId="{1A01E0AC-6859-4814-9FD5-96983C940D79}">
      <dgm:prSet/>
      <dgm:spPr/>
      <dgm:t>
        <a:bodyPr/>
        <a:lstStyle/>
        <a:p>
          <a:endParaRPr lang="en-US"/>
        </a:p>
      </dgm:t>
    </dgm:pt>
    <dgm:pt modelId="{380D1063-A80B-444A-9809-71659B5EF723}" type="sibTrans" cxnId="{1A01E0AC-6859-4814-9FD5-96983C940D79}">
      <dgm:prSet/>
      <dgm:spPr/>
      <dgm:t>
        <a:bodyPr/>
        <a:lstStyle/>
        <a:p>
          <a:endParaRPr lang="en-US"/>
        </a:p>
      </dgm:t>
    </dgm:pt>
    <dgm:pt modelId="{2F3BBCD3-87D9-4023-AEA3-A7E79ADF1F7F}">
      <dgm:prSet/>
      <dgm:spPr/>
      <dgm:t>
        <a:bodyPr/>
        <a:lstStyle/>
        <a:p>
          <a:r>
            <a:rPr lang="en-US" b="0" i="0" baseline="0"/>
            <a:t>Build machine learning pipelines to detect unusual patterns or predict faults.</a:t>
          </a:r>
          <a:endParaRPr lang="en-US"/>
        </a:p>
      </dgm:t>
    </dgm:pt>
    <dgm:pt modelId="{6073F377-86D2-4176-B8DD-E32331BDC98C}" type="parTrans" cxnId="{E608B61C-600A-4001-8E70-A3C8B8535BBE}">
      <dgm:prSet/>
      <dgm:spPr/>
      <dgm:t>
        <a:bodyPr/>
        <a:lstStyle/>
        <a:p>
          <a:endParaRPr lang="en-US"/>
        </a:p>
      </dgm:t>
    </dgm:pt>
    <dgm:pt modelId="{AD5ECEC1-CF53-4F42-A3C3-DA68A9BA3D9F}" type="sibTrans" cxnId="{E608B61C-600A-4001-8E70-A3C8B8535BBE}">
      <dgm:prSet/>
      <dgm:spPr/>
      <dgm:t>
        <a:bodyPr/>
        <a:lstStyle/>
        <a:p>
          <a:endParaRPr lang="en-US"/>
        </a:p>
      </dgm:t>
    </dgm:pt>
    <dgm:pt modelId="{8B59DE23-1BB6-4971-9828-2D7902033153}">
      <dgm:prSet custT="1"/>
      <dgm:spPr/>
      <dgm:t>
        <a:bodyPr/>
        <a:lstStyle/>
        <a:p>
          <a:r>
            <a:rPr lang="en-US" sz="4000" b="0" i="0" baseline="0" dirty="0"/>
            <a:t>Enable early alerts to prevent failure and optimize maintenance schedules.</a:t>
          </a:r>
          <a:endParaRPr lang="en-US" sz="4000" dirty="0"/>
        </a:p>
      </dgm:t>
    </dgm:pt>
    <dgm:pt modelId="{D6A6B06D-30F2-4FA7-93C6-439C2F84AF83}" type="parTrans" cxnId="{C62D305B-D7A1-4654-9AE9-4D4D7BDF9B90}">
      <dgm:prSet/>
      <dgm:spPr/>
      <dgm:t>
        <a:bodyPr/>
        <a:lstStyle/>
        <a:p>
          <a:endParaRPr lang="en-US"/>
        </a:p>
      </dgm:t>
    </dgm:pt>
    <dgm:pt modelId="{56D6BAC9-6642-4606-97FF-3D2411E9C8B4}" type="sibTrans" cxnId="{C62D305B-D7A1-4654-9AE9-4D4D7BDF9B90}">
      <dgm:prSet/>
      <dgm:spPr/>
      <dgm:t>
        <a:bodyPr/>
        <a:lstStyle/>
        <a:p>
          <a:endParaRPr lang="en-US"/>
        </a:p>
      </dgm:t>
    </dgm:pt>
    <dgm:pt modelId="{1DC196DA-6CBC-4D08-8D0A-7F02384E8179}" type="pres">
      <dgm:prSet presAssocID="{C2E282FC-0C23-4DC7-9BAB-4431DCA0DF47}" presName="root" presStyleCnt="0">
        <dgm:presLayoutVars>
          <dgm:dir/>
          <dgm:resizeHandles val="exact"/>
        </dgm:presLayoutVars>
      </dgm:prSet>
      <dgm:spPr/>
    </dgm:pt>
    <dgm:pt modelId="{71720235-75F9-4780-8445-6EFF870C39B7}" type="pres">
      <dgm:prSet presAssocID="{C2E282FC-0C23-4DC7-9BAB-4431DCA0DF47}" presName="container" presStyleCnt="0">
        <dgm:presLayoutVars>
          <dgm:dir/>
          <dgm:resizeHandles val="exact"/>
        </dgm:presLayoutVars>
      </dgm:prSet>
      <dgm:spPr/>
    </dgm:pt>
    <dgm:pt modelId="{B7E5B99C-C3BA-4B64-8403-146BEA22EAA2}" type="pres">
      <dgm:prSet presAssocID="{9C1E78FE-4B31-45CD-817E-2F59C366C347}" presName="compNode" presStyleCnt="0"/>
      <dgm:spPr/>
    </dgm:pt>
    <dgm:pt modelId="{AE9B9094-E098-4A02-980F-B717AAAB4090}" type="pres">
      <dgm:prSet presAssocID="{9C1E78FE-4B31-45CD-817E-2F59C366C347}" presName="iconBgRect" presStyleLbl="bgShp" presStyleIdx="0" presStyleCnt="4"/>
      <dgm:spPr/>
    </dgm:pt>
    <dgm:pt modelId="{C3528F8C-E211-4CC2-8B6B-E3D8861D651C}" type="pres">
      <dgm:prSet presAssocID="{9C1E78FE-4B31-45CD-817E-2F59C366C34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FD2CA15C-7AEF-4062-A090-8FFEEE2E6CD6}" type="pres">
      <dgm:prSet presAssocID="{9C1E78FE-4B31-45CD-817E-2F59C366C347}" presName="spaceRect" presStyleCnt="0"/>
      <dgm:spPr/>
    </dgm:pt>
    <dgm:pt modelId="{5FE9AAC1-45EC-4915-B83B-66386FE18452}" type="pres">
      <dgm:prSet presAssocID="{9C1E78FE-4B31-45CD-817E-2F59C366C347}" presName="textRect" presStyleLbl="revTx" presStyleIdx="0" presStyleCnt="4">
        <dgm:presLayoutVars>
          <dgm:chMax val="1"/>
          <dgm:chPref val="1"/>
        </dgm:presLayoutVars>
      </dgm:prSet>
      <dgm:spPr/>
    </dgm:pt>
    <dgm:pt modelId="{9AB3E831-02F5-4568-87A4-1BE80CE2C171}" type="pres">
      <dgm:prSet presAssocID="{51EB492D-745A-44CF-A930-DACCE1EA0007}" presName="sibTrans" presStyleLbl="sibTrans2D1" presStyleIdx="0" presStyleCnt="0"/>
      <dgm:spPr/>
    </dgm:pt>
    <dgm:pt modelId="{F3C46DFC-F952-449F-A41B-52B8532F0351}" type="pres">
      <dgm:prSet presAssocID="{1CBDA94C-EA85-4AB9-9B7A-CC8F4D53A30A}" presName="compNode" presStyleCnt="0"/>
      <dgm:spPr/>
    </dgm:pt>
    <dgm:pt modelId="{6825F9AB-C02D-4648-A18F-2A99F0D5FF4A}" type="pres">
      <dgm:prSet presAssocID="{1CBDA94C-EA85-4AB9-9B7A-CC8F4D53A30A}" presName="iconBgRect" presStyleLbl="bgShp" presStyleIdx="1" presStyleCnt="4"/>
      <dgm:spPr/>
    </dgm:pt>
    <dgm:pt modelId="{013AE8B3-E56F-4DD7-86EF-C47FF37DFAAB}" type="pres">
      <dgm:prSet presAssocID="{1CBDA94C-EA85-4AB9-9B7A-CC8F4D53A30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6A8FD1DF-8525-4FC8-8174-5CAC1C0DBC84}" type="pres">
      <dgm:prSet presAssocID="{1CBDA94C-EA85-4AB9-9B7A-CC8F4D53A30A}" presName="spaceRect" presStyleCnt="0"/>
      <dgm:spPr/>
    </dgm:pt>
    <dgm:pt modelId="{B52B4B92-A339-491E-AF87-15D75D77238B}" type="pres">
      <dgm:prSet presAssocID="{1CBDA94C-EA85-4AB9-9B7A-CC8F4D53A30A}" presName="textRect" presStyleLbl="revTx" presStyleIdx="1" presStyleCnt="4">
        <dgm:presLayoutVars>
          <dgm:chMax val="1"/>
          <dgm:chPref val="1"/>
        </dgm:presLayoutVars>
      </dgm:prSet>
      <dgm:spPr/>
    </dgm:pt>
    <dgm:pt modelId="{96098861-5E55-40F3-AA6E-8E27B1A629E4}" type="pres">
      <dgm:prSet presAssocID="{380D1063-A80B-444A-9809-71659B5EF723}" presName="sibTrans" presStyleLbl="sibTrans2D1" presStyleIdx="0" presStyleCnt="0"/>
      <dgm:spPr/>
    </dgm:pt>
    <dgm:pt modelId="{13273800-1A21-4875-AF1E-FDB3603C179C}" type="pres">
      <dgm:prSet presAssocID="{2F3BBCD3-87D9-4023-AEA3-A7E79ADF1F7F}" presName="compNode" presStyleCnt="0"/>
      <dgm:spPr/>
    </dgm:pt>
    <dgm:pt modelId="{1D3A9CFF-6930-4634-A13D-C6449D752538}" type="pres">
      <dgm:prSet presAssocID="{2F3BBCD3-87D9-4023-AEA3-A7E79ADF1F7F}" presName="iconBgRect" presStyleLbl="bgShp" presStyleIdx="2" presStyleCnt="4"/>
      <dgm:spPr/>
    </dgm:pt>
    <dgm:pt modelId="{7DDFFDD1-216B-4D1A-9BC4-74371EB45225}" type="pres">
      <dgm:prSet presAssocID="{2F3BBCD3-87D9-4023-AEA3-A7E79ADF1F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E15B7EE-4C58-46DD-B82B-F30B2D1AE140}" type="pres">
      <dgm:prSet presAssocID="{2F3BBCD3-87D9-4023-AEA3-A7E79ADF1F7F}" presName="spaceRect" presStyleCnt="0"/>
      <dgm:spPr/>
    </dgm:pt>
    <dgm:pt modelId="{591F1248-5B54-48E0-A72A-90465A923436}" type="pres">
      <dgm:prSet presAssocID="{2F3BBCD3-87D9-4023-AEA3-A7E79ADF1F7F}" presName="textRect" presStyleLbl="revTx" presStyleIdx="2" presStyleCnt="4">
        <dgm:presLayoutVars>
          <dgm:chMax val="1"/>
          <dgm:chPref val="1"/>
        </dgm:presLayoutVars>
      </dgm:prSet>
      <dgm:spPr/>
    </dgm:pt>
    <dgm:pt modelId="{45D2AE41-73A4-436C-A1C7-B42DF97926F1}" type="pres">
      <dgm:prSet presAssocID="{AD5ECEC1-CF53-4F42-A3C3-DA68A9BA3D9F}" presName="sibTrans" presStyleLbl="sibTrans2D1" presStyleIdx="0" presStyleCnt="0"/>
      <dgm:spPr/>
    </dgm:pt>
    <dgm:pt modelId="{3F944C81-B10E-4F0C-BCF9-A6675B93C38D}" type="pres">
      <dgm:prSet presAssocID="{8B59DE23-1BB6-4971-9828-2D7902033153}" presName="compNode" presStyleCnt="0"/>
      <dgm:spPr/>
    </dgm:pt>
    <dgm:pt modelId="{BD144D78-EC72-43F6-83CA-6E83326BCF28}" type="pres">
      <dgm:prSet presAssocID="{8B59DE23-1BB6-4971-9828-2D7902033153}" presName="iconBgRect" presStyleLbl="bgShp" presStyleIdx="3" presStyleCnt="4" custScaleX="373167" custScaleY="374257" custLinFactX="-83232" custLinFactNeighborX="-100000" custLinFactNeighborY="755"/>
      <dgm:spPr/>
    </dgm:pt>
    <dgm:pt modelId="{9790E7DC-712A-40D9-AFE1-34DF04D06D4F}" type="pres">
      <dgm:prSet presAssocID="{8B59DE23-1BB6-4971-9828-2D7902033153}" presName="iconRect" presStyleLbl="node1" presStyleIdx="3" presStyleCnt="4" custScaleX="373167" custScaleY="374257" custLinFactX="-115918" custLinFactNeighborX="-200000" custLinFactNeighborY="1301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CAB1BB2-4415-439E-8187-9D58CD5ADCDA}" type="pres">
      <dgm:prSet presAssocID="{8B59DE23-1BB6-4971-9828-2D7902033153}" presName="spaceRect" presStyleCnt="0"/>
      <dgm:spPr/>
    </dgm:pt>
    <dgm:pt modelId="{FF3C3177-BCB9-4A8F-8A99-8F223977CD45}" type="pres">
      <dgm:prSet presAssocID="{8B59DE23-1BB6-4971-9828-2D7902033153}" presName="textRect" presStyleLbl="revTx" presStyleIdx="3" presStyleCnt="4" custScaleX="394025" custScaleY="374257" custLinFactX="56744" custLinFactNeighborX="100000" custLinFactNeighborY="755">
        <dgm:presLayoutVars>
          <dgm:chMax val="1"/>
          <dgm:chPref val="1"/>
        </dgm:presLayoutVars>
      </dgm:prSet>
      <dgm:spPr/>
    </dgm:pt>
  </dgm:ptLst>
  <dgm:cxnLst>
    <dgm:cxn modelId="{696B6B17-5E4C-4E39-9D52-C5F1C57CD0C1}" type="presOf" srcId="{2F3BBCD3-87D9-4023-AEA3-A7E79ADF1F7F}" destId="{591F1248-5B54-48E0-A72A-90465A923436}" srcOrd="0" destOrd="0" presId="urn:microsoft.com/office/officeart/2018/2/layout/IconCircleList"/>
    <dgm:cxn modelId="{E608B61C-600A-4001-8E70-A3C8B8535BBE}" srcId="{C2E282FC-0C23-4DC7-9BAB-4431DCA0DF47}" destId="{2F3BBCD3-87D9-4023-AEA3-A7E79ADF1F7F}" srcOrd="2" destOrd="0" parTransId="{6073F377-86D2-4176-B8DD-E32331BDC98C}" sibTransId="{AD5ECEC1-CF53-4F42-A3C3-DA68A9BA3D9F}"/>
    <dgm:cxn modelId="{7D9AF027-DED4-4D2C-975D-3DB0179CC092}" type="presOf" srcId="{1CBDA94C-EA85-4AB9-9B7A-CC8F4D53A30A}" destId="{B52B4B92-A339-491E-AF87-15D75D77238B}" srcOrd="0" destOrd="0" presId="urn:microsoft.com/office/officeart/2018/2/layout/IconCircleList"/>
    <dgm:cxn modelId="{A06BA531-8819-46B2-BB8B-DAEA64D76FD5}" srcId="{C2E282FC-0C23-4DC7-9BAB-4431DCA0DF47}" destId="{9C1E78FE-4B31-45CD-817E-2F59C366C347}" srcOrd="0" destOrd="0" parTransId="{F58A74AA-F8C0-46AB-A61D-0EB4A2D71087}" sibTransId="{51EB492D-745A-44CF-A930-DACCE1EA0007}"/>
    <dgm:cxn modelId="{3C053241-8460-4404-A636-DAE8FA789670}" type="presOf" srcId="{8B59DE23-1BB6-4971-9828-2D7902033153}" destId="{FF3C3177-BCB9-4A8F-8A99-8F223977CD45}" srcOrd="0" destOrd="0" presId="urn:microsoft.com/office/officeart/2018/2/layout/IconCircleList"/>
    <dgm:cxn modelId="{9A7FAD48-5E32-4D36-9EDA-22B17077E1FC}" type="presOf" srcId="{C2E282FC-0C23-4DC7-9BAB-4431DCA0DF47}" destId="{1DC196DA-6CBC-4D08-8D0A-7F02384E8179}" srcOrd="0" destOrd="0" presId="urn:microsoft.com/office/officeart/2018/2/layout/IconCircleList"/>
    <dgm:cxn modelId="{E70AB256-64C0-4710-B83D-77EE1F763A31}" type="presOf" srcId="{380D1063-A80B-444A-9809-71659B5EF723}" destId="{96098861-5E55-40F3-AA6E-8E27B1A629E4}" srcOrd="0" destOrd="0" presId="urn:microsoft.com/office/officeart/2018/2/layout/IconCircleList"/>
    <dgm:cxn modelId="{C62D305B-D7A1-4654-9AE9-4D4D7BDF9B90}" srcId="{C2E282FC-0C23-4DC7-9BAB-4431DCA0DF47}" destId="{8B59DE23-1BB6-4971-9828-2D7902033153}" srcOrd="3" destOrd="0" parTransId="{D6A6B06D-30F2-4FA7-93C6-439C2F84AF83}" sibTransId="{56D6BAC9-6642-4606-97FF-3D2411E9C8B4}"/>
    <dgm:cxn modelId="{B1C8046F-F8C1-4E96-9954-F950D02112FC}" type="presOf" srcId="{AD5ECEC1-CF53-4F42-A3C3-DA68A9BA3D9F}" destId="{45D2AE41-73A4-436C-A1C7-B42DF97926F1}" srcOrd="0" destOrd="0" presId="urn:microsoft.com/office/officeart/2018/2/layout/IconCircleList"/>
    <dgm:cxn modelId="{1013618E-01D5-404F-A3B4-CA1F931C3D43}" type="presOf" srcId="{9C1E78FE-4B31-45CD-817E-2F59C366C347}" destId="{5FE9AAC1-45EC-4915-B83B-66386FE18452}" srcOrd="0" destOrd="0" presId="urn:microsoft.com/office/officeart/2018/2/layout/IconCircleList"/>
    <dgm:cxn modelId="{1A01E0AC-6859-4814-9FD5-96983C940D79}" srcId="{C2E282FC-0C23-4DC7-9BAB-4431DCA0DF47}" destId="{1CBDA94C-EA85-4AB9-9B7A-CC8F4D53A30A}" srcOrd="1" destOrd="0" parTransId="{A030FD6A-3252-4875-858F-BAB772F002D3}" sibTransId="{380D1063-A80B-444A-9809-71659B5EF723}"/>
    <dgm:cxn modelId="{102BA3BE-2C32-411B-8F51-C6DDE9D0CE6A}" type="presOf" srcId="{51EB492D-745A-44CF-A930-DACCE1EA0007}" destId="{9AB3E831-02F5-4568-87A4-1BE80CE2C171}" srcOrd="0" destOrd="0" presId="urn:microsoft.com/office/officeart/2018/2/layout/IconCircleList"/>
    <dgm:cxn modelId="{0BA6E484-F120-4A96-9AC3-CEDAAC0C6245}" type="presParOf" srcId="{1DC196DA-6CBC-4D08-8D0A-7F02384E8179}" destId="{71720235-75F9-4780-8445-6EFF870C39B7}" srcOrd="0" destOrd="0" presId="urn:microsoft.com/office/officeart/2018/2/layout/IconCircleList"/>
    <dgm:cxn modelId="{2978ECA8-E59C-442C-A8B2-AC7A43646C03}" type="presParOf" srcId="{71720235-75F9-4780-8445-6EFF870C39B7}" destId="{B7E5B99C-C3BA-4B64-8403-146BEA22EAA2}" srcOrd="0" destOrd="0" presId="urn:microsoft.com/office/officeart/2018/2/layout/IconCircleList"/>
    <dgm:cxn modelId="{91E63B8B-003F-4EBA-9E70-15A2BE64EAC0}" type="presParOf" srcId="{B7E5B99C-C3BA-4B64-8403-146BEA22EAA2}" destId="{AE9B9094-E098-4A02-980F-B717AAAB4090}" srcOrd="0" destOrd="0" presId="urn:microsoft.com/office/officeart/2018/2/layout/IconCircleList"/>
    <dgm:cxn modelId="{1A7102F7-BF15-4CF4-A57A-9F8487CC6C48}" type="presParOf" srcId="{B7E5B99C-C3BA-4B64-8403-146BEA22EAA2}" destId="{C3528F8C-E211-4CC2-8B6B-E3D8861D651C}" srcOrd="1" destOrd="0" presId="urn:microsoft.com/office/officeart/2018/2/layout/IconCircleList"/>
    <dgm:cxn modelId="{ABED3AFD-06D7-4FB1-9506-AD0909F06159}" type="presParOf" srcId="{B7E5B99C-C3BA-4B64-8403-146BEA22EAA2}" destId="{FD2CA15C-7AEF-4062-A090-8FFEEE2E6CD6}" srcOrd="2" destOrd="0" presId="urn:microsoft.com/office/officeart/2018/2/layout/IconCircleList"/>
    <dgm:cxn modelId="{8B3073CC-9912-41ED-A1D1-E496AF1FFD95}" type="presParOf" srcId="{B7E5B99C-C3BA-4B64-8403-146BEA22EAA2}" destId="{5FE9AAC1-45EC-4915-B83B-66386FE18452}" srcOrd="3" destOrd="0" presId="urn:microsoft.com/office/officeart/2018/2/layout/IconCircleList"/>
    <dgm:cxn modelId="{840FBBAB-C777-45A2-8102-D5FD4A01D9AF}" type="presParOf" srcId="{71720235-75F9-4780-8445-6EFF870C39B7}" destId="{9AB3E831-02F5-4568-87A4-1BE80CE2C171}" srcOrd="1" destOrd="0" presId="urn:microsoft.com/office/officeart/2018/2/layout/IconCircleList"/>
    <dgm:cxn modelId="{C5A70BD3-70AD-4973-BF96-B91F9E601761}" type="presParOf" srcId="{71720235-75F9-4780-8445-6EFF870C39B7}" destId="{F3C46DFC-F952-449F-A41B-52B8532F0351}" srcOrd="2" destOrd="0" presId="urn:microsoft.com/office/officeart/2018/2/layout/IconCircleList"/>
    <dgm:cxn modelId="{5361C5A5-9922-4EB3-BC58-90203B54125F}" type="presParOf" srcId="{F3C46DFC-F952-449F-A41B-52B8532F0351}" destId="{6825F9AB-C02D-4648-A18F-2A99F0D5FF4A}" srcOrd="0" destOrd="0" presId="urn:microsoft.com/office/officeart/2018/2/layout/IconCircleList"/>
    <dgm:cxn modelId="{7C3352C1-D7FB-4069-B55A-DD3FFE997CF1}" type="presParOf" srcId="{F3C46DFC-F952-449F-A41B-52B8532F0351}" destId="{013AE8B3-E56F-4DD7-86EF-C47FF37DFAAB}" srcOrd="1" destOrd="0" presId="urn:microsoft.com/office/officeart/2018/2/layout/IconCircleList"/>
    <dgm:cxn modelId="{CBAC001D-A5E1-438F-A6B8-AF0A3A5D72CB}" type="presParOf" srcId="{F3C46DFC-F952-449F-A41B-52B8532F0351}" destId="{6A8FD1DF-8525-4FC8-8174-5CAC1C0DBC84}" srcOrd="2" destOrd="0" presId="urn:microsoft.com/office/officeart/2018/2/layout/IconCircleList"/>
    <dgm:cxn modelId="{29C3130A-C385-44D1-84E9-F5E1D4675972}" type="presParOf" srcId="{F3C46DFC-F952-449F-A41B-52B8532F0351}" destId="{B52B4B92-A339-491E-AF87-15D75D77238B}" srcOrd="3" destOrd="0" presId="urn:microsoft.com/office/officeart/2018/2/layout/IconCircleList"/>
    <dgm:cxn modelId="{7282A133-BA6D-4B2E-AFA0-1EAA0BA204BC}" type="presParOf" srcId="{71720235-75F9-4780-8445-6EFF870C39B7}" destId="{96098861-5E55-40F3-AA6E-8E27B1A629E4}" srcOrd="3" destOrd="0" presId="urn:microsoft.com/office/officeart/2018/2/layout/IconCircleList"/>
    <dgm:cxn modelId="{3F1EBD7F-BAEC-4BD7-AB6C-7102EE0722A9}" type="presParOf" srcId="{71720235-75F9-4780-8445-6EFF870C39B7}" destId="{13273800-1A21-4875-AF1E-FDB3603C179C}" srcOrd="4" destOrd="0" presId="urn:microsoft.com/office/officeart/2018/2/layout/IconCircleList"/>
    <dgm:cxn modelId="{459A9689-7E94-4E59-9168-4382EF937F36}" type="presParOf" srcId="{13273800-1A21-4875-AF1E-FDB3603C179C}" destId="{1D3A9CFF-6930-4634-A13D-C6449D752538}" srcOrd="0" destOrd="0" presId="urn:microsoft.com/office/officeart/2018/2/layout/IconCircleList"/>
    <dgm:cxn modelId="{B8D27280-E604-4DB4-AF74-35FEB13F4DC2}" type="presParOf" srcId="{13273800-1A21-4875-AF1E-FDB3603C179C}" destId="{7DDFFDD1-216B-4D1A-9BC4-74371EB45225}" srcOrd="1" destOrd="0" presId="urn:microsoft.com/office/officeart/2018/2/layout/IconCircleList"/>
    <dgm:cxn modelId="{E88E83D3-794D-43B7-83AD-E02E02B42101}" type="presParOf" srcId="{13273800-1A21-4875-AF1E-FDB3603C179C}" destId="{0E15B7EE-4C58-46DD-B82B-F30B2D1AE140}" srcOrd="2" destOrd="0" presId="urn:microsoft.com/office/officeart/2018/2/layout/IconCircleList"/>
    <dgm:cxn modelId="{2908245F-613A-4A99-BD11-063CA39571D9}" type="presParOf" srcId="{13273800-1A21-4875-AF1E-FDB3603C179C}" destId="{591F1248-5B54-48E0-A72A-90465A923436}" srcOrd="3" destOrd="0" presId="urn:microsoft.com/office/officeart/2018/2/layout/IconCircleList"/>
    <dgm:cxn modelId="{425379A6-D3FA-4502-B8B1-BD74295C1276}" type="presParOf" srcId="{71720235-75F9-4780-8445-6EFF870C39B7}" destId="{45D2AE41-73A4-436C-A1C7-B42DF97926F1}" srcOrd="5" destOrd="0" presId="urn:microsoft.com/office/officeart/2018/2/layout/IconCircleList"/>
    <dgm:cxn modelId="{E75ECD18-0804-4D59-8CA2-DD0825B285BF}" type="presParOf" srcId="{71720235-75F9-4780-8445-6EFF870C39B7}" destId="{3F944C81-B10E-4F0C-BCF9-A6675B93C38D}" srcOrd="6" destOrd="0" presId="urn:microsoft.com/office/officeart/2018/2/layout/IconCircleList"/>
    <dgm:cxn modelId="{FEF0B2F8-B798-4C0E-AD6E-BE63115AFD53}" type="presParOf" srcId="{3F944C81-B10E-4F0C-BCF9-A6675B93C38D}" destId="{BD144D78-EC72-43F6-83CA-6E83326BCF28}" srcOrd="0" destOrd="0" presId="urn:microsoft.com/office/officeart/2018/2/layout/IconCircleList"/>
    <dgm:cxn modelId="{2A8E2D06-39F9-4671-8F46-4817E8477F24}" type="presParOf" srcId="{3F944C81-B10E-4F0C-BCF9-A6675B93C38D}" destId="{9790E7DC-712A-40D9-AFE1-34DF04D06D4F}" srcOrd="1" destOrd="0" presId="urn:microsoft.com/office/officeart/2018/2/layout/IconCircleList"/>
    <dgm:cxn modelId="{116388B2-1BC2-4A09-9B0E-DCF371897206}" type="presParOf" srcId="{3F944C81-B10E-4F0C-BCF9-A6675B93C38D}" destId="{4CAB1BB2-4415-439E-8187-9D58CD5ADCDA}" srcOrd="2" destOrd="0" presId="urn:microsoft.com/office/officeart/2018/2/layout/IconCircleList"/>
    <dgm:cxn modelId="{EADD62B8-916F-4923-B7CA-B5BAD260A71F}" type="presParOf" srcId="{3F944C81-B10E-4F0C-BCF9-A6675B93C38D}" destId="{FF3C3177-BCB9-4A8F-8A99-8F223977CD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1B50D7-1F63-4D4C-8129-C25F910BD36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BC0D98F-EAC0-428A-B84B-E09A2C9EDA4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Integrated Raspberry Pi for automated data logging.</a:t>
          </a:r>
          <a:endParaRPr lang="en-US">
            <a:latin typeface="Calibri"/>
            <a:ea typeface="Calibri"/>
            <a:cs typeface="Calibri"/>
          </a:endParaRPr>
        </a:p>
      </dgm:t>
    </dgm:pt>
    <dgm:pt modelId="{8397E787-531A-4F20-9CE7-79F8E676D935}" type="parTrans" cxnId="{626008DA-F3A6-4547-AE52-2532319E0DB8}">
      <dgm:prSet/>
      <dgm:spPr/>
      <dgm:t>
        <a:bodyPr/>
        <a:lstStyle/>
        <a:p>
          <a:endParaRPr lang="en-GB"/>
        </a:p>
      </dgm:t>
    </dgm:pt>
    <dgm:pt modelId="{3D696BA2-3FD7-4A4D-B5BF-69DB091442F3}" type="sibTrans" cxnId="{626008DA-F3A6-4547-AE52-2532319E0DB8}">
      <dgm:prSet/>
      <dgm:spPr/>
      <dgm:t>
        <a:bodyPr/>
        <a:lstStyle/>
        <a:p>
          <a:endParaRPr lang="en-US"/>
        </a:p>
      </dgm:t>
    </dgm:pt>
    <dgm:pt modelId="{A7AFE6C3-CE0A-4310-8B82-85E46123B21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Triggered cloud uploads on Wi-Fi connection.</a:t>
          </a:r>
          <a:endParaRPr lang="en-US">
            <a:latin typeface="Calibri"/>
            <a:ea typeface="Calibri"/>
            <a:cs typeface="Calibri"/>
          </a:endParaRPr>
        </a:p>
      </dgm:t>
    </dgm:pt>
    <dgm:pt modelId="{66F843A2-3720-4F81-A69D-E5A7B0237AEE}" type="parTrans" cxnId="{8506BA9E-6D6E-4750-897B-843A4A017430}">
      <dgm:prSet/>
      <dgm:spPr/>
      <dgm:t>
        <a:bodyPr/>
        <a:lstStyle/>
        <a:p>
          <a:endParaRPr lang="en-GB"/>
        </a:p>
      </dgm:t>
    </dgm:pt>
    <dgm:pt modelId="{CEE3954A-341F-4CE2-91FF-CC41E3A34CCA}" type="sibTrans" cxnId="{8506BA9E-6D6E-4750-897B-843A4A017430}">
      <dgm:prSet/>
      <dgm:spPr/>
      <dgm:t>
        <a:bodyPr/>
        <a:lstStyle/>
        <a:p>
          <a:endParaRPr lang="en-US"/>
        </a:p>
      </dgm:t>
    </dgm:pt>
    <dgm:pt modelId="{76B383C1-B562-4804-983B-5C467A2D7CB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Developed dashboard with admin control over the cloud-based preprocessing pipeline on Hugging Face Spaces.</a:t>
          </a:r>
          <a:endParaRPr lang="en-US">
            <a:latin typeface="Calibri"/>
            <a:ea typeface="Calibri"/>
            <a:cs typeface="Calibri"/>
          </a:endParaRPr>
        </a:p>
      </dgm:t>
    </dgm:pt>
    <dgm:pt modelId="{E177BCE0-A286-4DA6-85BE-755E34B6CF4D}" type="parTrans" cxnId="{B1E59361-F347-4271-9682-17BDF321326C}">
      <dgm:prSet/>
      <dgm:spPr/>
      <dgm:t>
        <a:bodyPr/>
        <a:lstStyle/>
        <a:p>
          <a:endParaRPr lang="en-GB"/>
        </a:p>
      </dgm:t>
    </dgm:pt>
    <dgm:pt modelId="{132556E5-A9FD-402D-8924-07C3C5138226}" type="sibTrans" cxnId="{B1E59361-F347-4271-9682-17BDF321326C}">
      <dgm:prSet/>
      <dgm:spPr/>
      <dgm:t>
        <a:bodyPr/>
        <a:lstStyle/>
        <a:p>
          <a:endParaRPr lang="en-US"/>
        </a:p>
      </dgm:t>
    </dgm:pt>
    <dgm:pt modelId="{4E635A52-266B-404C-9DC8-9FE6E676D85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Built unsupervised model (K-Means clustering) to categorize driving behavior.</a:t>
          </a:r>
          <a:endParaRPr lang="en-US">
            <a:latin typeface="Calibri"/>
            <a:ea typeface="Calibri"/>
            <a:cs typeface="Calibri"/>
          </a:endParaRPr>
        </a:p>
      </dgm:t>
    </dgm:pt>
    <dgm:pt modelId="{76F7AD6F-57E4-4601-883A-EE9BC0CFEB19}" type="parTrans" cxnId="{E6112A78-6501-45ED-8FCB-2316F258543D}">
      <dgm:prSet/>
      <dgm:spPr/>
      <dgm:t>
        <a:bodyPr/>
        <a:lstStyle/>
        <a:p>
          <a:endParaRPr lang="en-GB"/>
        </a:p>
      </dgm:t>
    </dgm:pt>
    <dgm:pt modelId="{5AA4FE86-115F-40CD-AF72-69927CA06D4F}" type="sibTrans" cxnId="{E6112A78-6501-45ED-8FCB-2316F258543D}">
      <dgm:prSet/>
      <dgm:spPr/>
      <dgm:t>
        <a:bodyPr/>
        <a:lstStyle/>
        <a:p>
          <a:endParaRPr lang="en-US"/>
        </a:p>
      </dgm:t>
    </dgm:pt>
    <dgm:pt modelId="{3D6032EF-7782-431F-8E0F-2F40A4F4F20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Feature engineered dataset.</a:t>
          </a:r>
          <a:endParaRPr lang="en-US">
            <a:latin typeface="Calibri"/>
            <a:ea typeface="Calibri"/>
            <a:cs typeface="Calibri"/>
          </a:endParaRPr>
        </a:p>
      </dgm:t>
    </dgm:pt>
    <dgm:pt modelId="{99EF44A6-E041-4B53-BAD3-F39526952871}" type="parTrans" cxnId="{5F479845-6541-47EA-B252-2C9DE2F79EEF}">
      <dgm:prSet/>
      <dgm:spPr/>
      <dgm:t>
        <a:bodyPr/>
        <a:lstStyle/>
        <a:p>
          <a:endParaRPr lang="en-GB"/>
        </a:p>
      </dgm:t>
    </dgm:pt>
    <dgm:pt modelId="{2498B3E8-213E-4D3A-841B-5A996D4A76EA}" type="sibTrans" cxnId="{5F479845-6541-47EA-B252-2C9DE2F79EEF}">
      <dgm:prSet/>
      <dgm:spPr/>
      <dgm:t>
        <a:bodyPr/>
        <a:lstStyle/>
        <a:p>
          <a:endParaRPr lang="en-US"/>
        </a:p>
      </dgm:t>
    </dgm:pt>
    <dgm:pt modelId="{2DF5AE2D-90AC-4247-8D17-331F75798F4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Evaluated clusters against manually tagged sessions.</a:t>
          </a:r>
        </a:p>
      </dgm:t>
    </dgm:pt>
    <dgm:pt modelId="{658221D9-40C1-45EE-96FD-3A041F9381EE}" type="parTrans" cxnId="{E210EF05-EDBD-489B-A557-79F86F252DAD}">
      <dgm:prSet/>
      <dgm:spPr/>
      <dgm:t>
        <a:bodyPr/>
        <a:lstStyle/>
        <a:p>
          <a:endParaRPr lang="en-GB"/>
        </a:p>
      </dgm:t>
    </dgm:pt>
    <dgm:pt modelId="{58D52264-E8FD-4770-9FAC-99A468D810F8}" type="sibTrans" cxnId="{E210EF05-EDBD-489B-A557-79F86F252DAD}">
      <dgm:prSet/>
      <dgm:spPr/>
      <dgm:t>
        <a:bodyPr/>
        <a:lstStyle/>
        <a:p>
          <a:endParaRPr lang="en-US"/>
        </a:p>
      </dgm:t>
    </dgm:pt>
    <dgm:pt modelId="{CA0CE23B-E34C-4ACB-93C1-97224389CF2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Testing and automation of clustering pipeline in progress.</a:t>
          </a:r>
          <a:endParaRPr lang="en-US">
            <a:latin typeface="Calibri"/>
            <a:ea typeface="Calibri"/>
            <a:cs typeface="Calibri"/>
          </a:endParaRPr>
        </a:p>
      </dgm:t>
    </dgm:pt>
    <dgm:pt modelId="{BB84DFD2-A5B1-43BD-93BD-080A3DC798BC}" type="parTrans" cxnId="{9DFCCB21-CE1D-44E1-951F-93C5BA5C6CDB}">
      <dgm:prSet/>
      <dgm:spPr/>
      <dgm:t>
        <a:bodyPr/>
        <a:lstStyle/>
        <a:p>
          <a:endParaRPr lang="en-GB"/>
        </a:p>
      </dgm:t>
    </dgm:pt>
    <dgm:pt modelId="{44E46858-5CB3-471B-8916-64D9C570B3AB}" type="sibTrans" cxnId="{9DFCCB21-CE1D-44E1-951F-93C5BA5C6CDB}">
      <dgm:prSet/>
      <dgm:spPr/>
      <dgm:t>
        <a:bodyPr/>
        <a:lstStyle/>
        <a:p>
          <a:endParaRPr lang="en-US"/>
        </a:p>
      </dgm:t>
    </dgm:pt>
    <dgm:pt modelId="{0A1DFE62-2D54-4E55-BAA1-3C95544C90A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>
              <a:latin typeface="Calibri"/>
              <a:ea typeface="Calibri"/>
              <a:cs typeface="Calibri"/>
            </a:rPr>
            <a:t>Initial ML Prototyping for Predictive Maintenance</a:t>
          </a:r>
        </a:p>
      </dgm:t>
    </dgm:pt>
    <dgm:pt modelId="{22ACE1F6-E20A-416D-8DEF-9EA0D755C4ED}" type="parTrans" cxnId="{FE7FBDA2-C027-48D2-B295-1EE017D7ACE5}">
      <dgm:prSet/>
      <dgm:spPr/>
      <dgm:t>
        <a:bodyPr/>
        <a:lstStyle/>
        <a:p>
          <a:endParaRPr lang="en-GB"/>
        </a:p>
      </dgm:t>
    </dgm:pt>
    <dgm:pt modelId="{73D74180-9D89-4692-A7B4-21D16324E7B1}" type="sibTrans" cxnId="{FE7FBDA2-C027-48D2-B295-1EE017D7ACE5}">
      <dgm:prSet/>
      <dgm:spPr/>
      <dgm:t>
        <a:bodyPr/>
        <a:lstStyle/>
        <a:p>
          <a:endParaRPr lang="en-US"/>
        </a:p>
      </dgm:t>
    </dgm:pt>
    <dgm:pt modelId="{23980941-D5E3-4C50-9382-10C6DEBAD21E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800" b="0" i="0" baseline="0" dirty="0">
              <a:latin typeface="Calibri"/>
              <a:ea typeface="Calibri"/>
              <a:cs typeface="Calibri"/>
            </a:rPr>
            <a:t>Perform EDA processing and data </a:t>
          </a:r>
          <a:r>
            <a:rPr lang="en-US" sz="800" b="0" i="0" baseline="0" dirty="0" err="1">
              <a:latin typeface="Calibri"/>
              <a:ea typeface="Calibri"/>
              <a:cs typeface="Calibri"/>
            </a:rPr>
            <a:t>exploratories</a:t>
          </a:r>
          <a:endParaRPr lang="en-US" sz="800" b="0" i="0" baseline="0" dirty="0">
            <a:latin typeface="Calibri"/>
            <a:ea typeface="Calibri"/>
            <a:cs typeface="Calibri"/>
          </a:endParaRPr>
        </a:p>
        <a:p>
          <a:pPr>
            <a:lnSpc>
              <a:spcPct val="100000"/>
            </a:lnSpc>
          </a:pPr>
          <a:r>
            <a:rPr lang="en-US" sz="800" b="0" i="0" baseline="0" dirty="0">
              <a:latin typeface="Calibri"/>
              <a:ea typeface="Calibri"/>
              <a:cs typeface="Calibri"/>
            </a:rPr>
            <a:t>Used SHAP to rank ENGINE_LOAD, AIRFLOW_PER_RPM </a:t>
          </a:r>
          <a:r>
            <a:rPr lang="en-US" sz="800" b="0" i="0" baseline="0" dirty="0" err="1">
              <a:latin typeface="Calibri"/>
              <a:ea typeface="Calibri"/>
              <a:cs typeface="Calibri"/>
            </a:rPr>
            <a:t>etc</a:t>
          </a:r>
          <a:endParaRPr lang="en-US" sz="800" b="0" i="0" baseline="0" dirty="0">
            <a:latin typeface="Calibri"/>
            <a:ea typeface="Calibri"/>
            <a:cs typeface="Calibri"/>
          </a:endParaRPr>
        </a:p>
      </dgm:t>
    </dgm:pt>
    <dgm:pt modelId="{4928D41F-BA3E-4814-923F-E2A2B79A84F5}" type="parTrans" cxnId="{93B1FAF1-ED50-4F2F-AADF-F8436CF8C446}">
      <dgm:prSet/>
      <dgm:spPr/>
      <dgm:t>
        <a:bodyPr/>
        <a:lstStyle/>
        <a:p>
          <a:endParaRPr lang="en-GB"/>
        </a:p>
      </dgm:t>
    </dgm:pt>
    <dgm:pt modelId="{5B18BA72-90A4-42DA-BC6D-5C87317B6344}" type="sibTrans" cxnId="{93B1FAF1-ED50-4F2F-AADF-F8436CF8C446}">
      <dgm:prSet/>
      <dgm:spPr/>
      <dgm:t>
        <a:bodyPr/>
        <a:lstStyle/>
        <a:p>
          <a:endParaRPr lang="en-US"/>
        </a:p>
      </dgm:t>
    </dgm:pt>
    <dgm:pt modelId="{FED1E166-558C-D74B-9F61-CB6128F30258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800" b="0" i="0" baseline="0" dirty="0">
              <a:latin typeface="Calibri"/>
              <a:ea typeface="Calibri"/>
              <a:cs typeface="Calibri"/>
            </a:rPr>
            <a:t>Labelled “</a:t>
          </a:r>
          <a:r>
            <a:rPr lang="en-US" sz="800" b="0" i="0" baseline="0" dirty="0" err="1">
              <a:latin typeface="Calibri"/>
              <a:ea typeface="Calibri"/>
              <a:cs typeface="Calibri"/>
            </a:rPr>
            <a:t>MaintenanceNeed</a:t>
          </a:r>
          <a:r>
            <a:rPr lang="en-US" sz="800" b="0" i="0" baseline="0" dirty="0">
              <a:latin typeface="Calibri"/>
              <a:ea typeface="Calibri"/>
              <a:cs typeface="Calibri"/>
            </a:rPr>
            <a:t>” via Isolation Forest (on high-stress values)</a:t>
          </a:r>
        </a:p>
      </dgm:t>
    </dgm:pt>
    <dgm:pt modelId="{FB6BE7BA-FF9E-754B-AD23-0EC8B5655EE1}" type="parTrans" cxnId="{EC8FB836-1C13-8D4A-952F-E1B915426A35}">
      <dgm:prSet/>
      <dgm:spPr/>
      <dgm:t>
        <a:bodyPr/>
        <a:lstStyle/>
        <a:p>
          <a:endParaRPr lang="en-GB"/>
        </a:p>
      </dgm:t>
    </dgm:pt>
    <dgm:pt modelId="{E8AA5E52-0A6B-4A4E-ABFC-BDBD190277B9}" type="sibTrans" cxnId="{EC8FB836-1C13-8D4A-952F-E1B915426A35}">
      <dgm:prSet/>
      <dgm:spPr/>
      <dgm:t>
        <a:bodyPr/>
        <a:lstStyle/>
        <a:p>
          <a:endParaRPr lang="en-GB"/>
        </a:p>
      </dgm:t>
    </dgm:pt>
    <dgm:pt modelId="{C9EB9FCC-B6AB-7D47-89BF-6B2A97460A60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800" b="0" i="0" baseline="0" dirty="0">
              <a:latin typeface="Calibri"/>
              <a:ea typeface="Calibri"/>
              <a:cs typeface="Calibri"/>
            </a:rPr>
            <a:t>Trained Random Forest/</a:t>
          </a:r>
          <a:r>
            <a:rPr lang="en-US" sz="800" b="0" i="0" baseline="0" dirty="0" err="1">
              <a:latin typeface="Calibri"/>
              <a:ea typeface="Calibri"/>
              <a:cs typeface="Calibri"/>
            </a:rPr>
            <a:t>XGBoost</a:t>
          </a:r>
          <a:r>
            <a:rPr lang="en-US" sz="800" b="0" i="0" baseline="0" dirty="0">
              <a:latin typeface="Calibri"/>
              <a:ea typeface="Calibri"/>
              <a:cs typeface="Calibri"/>
            </a:rPr>
            <a:t> </a:t>
          </a:r>
        </a:p>
      </dgm:t>
    </dgm:pt>
    <dgm:pt modelId="{B68105C9-E161-7E4B-976E-5EACDCDFFD16}" type="parTrans" cxnId="{2030B97B-D7F9-0B4A-8D04-EC65AA828D17}">
      <dgm:prSet/>
      <dgm:spPr/>
      <dgm:t>
        <a:bodyPr/>
        <a:lstStyle/>
        <a:p>
          <a:endParaRPr lang="en-GB"/>
        </a:p>
      </dgm:t>
    </dgm:pt>
    <dgm:pt modelId="{A77AE36D-2A58-0841-B06E-58BEFA8321EF}" type="sibTrans" cxnId="{2030B97B-D7F9-0B4A-8D04-EC65AA828D17}">
      <dgm:prSet/>
      <dgm:spPr/>
      <dgm:t>
        <a:bodyPr/>
        <a:lstStyle/>
        <a:p>
          <a:endParaRPr lang="en-GB"/>
        </a:p>
      </dgm:t>
    </dgm:pt>
    <dgm:pt modelId="{145F8704-5F95-44C2-B7ED-CF10AE59FD98}" type="pres">
      <dgm:prSet presAssocID="{551B50D7-1F63-4D4C-8129-C25F910BD36C}" presName="root" presStyleCnt="0">
        <dgm:presLayoutVars>
          <dgm:dir/>
          <dgm:resizeHandles val="exact"/>
        </dgm:presLayoutVars>
      </dgm:prSet>
      <dgm:spPr/>
    </dgm:pt>
    <dgm:pt modelId="{ACA9463F-BB33-4791-99D2-29FB3A1B0883}" type="pres">
      <dgm:prSet presAssocID="{0BC0D98F-EAC0-428A-B84B-E09A2C9EDA49}" presName="compNode" presStyleCnt="0"/>
      <dgm:spPr/>
    </dgm:pt>
    <dgm:pt modelId="{789EFF5B-BA0A-4E82-8B51-4C7DDB02CE21}" type="pres">
      <dgm:prSet presAssocID="{0BC0D98F-EAC0-428A-B84B-E09A2C9EDA49}" presName="bgRect" presStyleLbl="bgShp" presStyleIdx="0" presStyleCnt="5"/>
      <dgm:spPr/>
    </dgm:pt>
    <dgm:pt modelId="{D2E15B36-124A-44CF-BAD0-B660E86C5FE4}" type="pres">
      <dgm:prSet presAssocID="{0BC0D98F-EAC0-428A-B84B-E09A2C9EDA4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EAAF562-FC94-4D82-95CB-EFEDABF2831E}" type="pres">
      <dgm:prSet presAssocID="{0BC0D98F-EAC0-428A-B84B-E09A2C9EDA49}" presName="spaceRect" presStyleCnt="0"/>
      <dgm:spPr/>
    </dgm:pt>
    <dgm:pt modelId="{759C8CBE-8CB4-4E74-92CD-F0B6BFD6A232}" type="pres">
      <dgm:prSet presAssocID="{0BC0D98F-EAC0-428A-B84B-E09A2C9EDA49}" presName="parTx" presStyleLbl="revTx" presStyleIdx="0" presStyleCnt="7">
        <dgm:presLayoutVars>
          <dgm:chMax val="0"/>
          <dgm:chPref val="0"/>
        </dgm:presLayoutVars>
      </dgm:prSet>
      <dgm:spPr/>
    </dgm:pt>
    <dgm:pt modelId="{CE718E9B-DF3C-4668-964C-2E4C689B7F43}" type="pres">
      <dgm:prSet presAssocID="{3D696BA2-3FD7-4A4D-B5BF-69DB091442F3}" presName="sibTrans" presStyleCnt="0"/>
      <dgm:spPr/>
    </dgm:pt>
    <dgm:pt modelId="{7FB09356-8179-4A26-B865-94FE99CBD3DD}" type="pres">
      <dgm:prSet presAssocID="{A7AFE6C3-CE0A-4310-8B82-85E46123B21F}" presName="compNode" presStyleCnt="0"/>
      <dgm:spPr/>
    </dgm:pt>
    <dgm:pt modelId="{3F767DB1-BE7C-4EAB-AFE3-B5BF3E690DFB}" type="pres">
      <dgm:prSet presAssocID="{A7AFE6C3-CE0A-4310-8B82-85E46123B21F}" presName="bgRect" presStyleLbl="bgShp" presStyleIdx="1" presStyleCnt="5"/>
      <dgm:spPr/>
    </dgm:pt>
    <dgm:pt modelId="{87709317-7144-45AA-B456-0AF6364D8E1D}" type="pres">
      <dgm:prSet presAssocID="{A7AFE6C3-CE0A-4310-8B82-85E46123B21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EC55565-BC73-4AA5-B88F-90FBAF3F6533}" type="pres">
      <dgm:prSet presAssocID="{A7AFE6C3-CE0A-4310-8B82-85E46123B21F}" presName="spaceRect" presStyleCnt="0"/>
      <dgm:spPr/>
    </dgm:pt>
    <dgm:pt modelId="{5B00A697-F7D1-430F-9FF2-88AD62101F7A}" type="pres">
      <dgm:prSet presAssocID="{A7AFE6C3-CE0A-4310-8B82-85E46123B21F}" presName="parTx" presStyleLbl="revTx" presStyleIdx="1" presStyleCnt="7">
        <dgm:presLayoutVars>
          <dgm:chMax val="0"/>
          <dgm:chPref val="0"/>
        </dgm:presLayoutVars>
      </dgm:prSet>
      <dgm:spPr/>
    </dgm:pt>
    <dgm:pt modelId="{EB495077-D8F4-4233-BE8E-D2A963A8583E}" type="pres">
      <dgm:prSet presAssocID="{CEE3954A-341F-4CE2-91FF-CC41E3A34CCA}" presName="sibTrans" presStyleCnt="0"/>
      <dgm:spPr/>
    </dgm:pt>
    <dgm:pt modelId="{D37CB261-92A3-4E78-9256-770E6B6A5B3F}" type="pres">
      <dgm:prSet presAssocID="{76B383C1-B562-4804-983B-5C467A2D7CB3}" presName="compNode" presStyleCnt="0"/>
      <dgm:spPr/>
    </dgm:pt>
    <dgm:pt modelId="{F9F800AC-4C5D-45F4-8E5F-59F1F298F4F4}" type="pres">
      <dgm:prSet presAssocID="{76B383C1-B562-4804-983B-5C467A2D7CB3}" presName="bgRect" presStyleLbl="bgShp" presStyleIdx="2" presStyleCnt="5"/>
      <dgm:spPr/>
    </dgm:pt>
    <dgm:pt modelId="{D2BB697A-DBAF-4C5C-BB54-685429614502}" type="pres">
      <dgm:prSet presAssocID="{76B383C1-B562-4804-983B-5C467A2D7CB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BB61FFF-5AC9-4DD5-BA77-66F6BFA15A3B}" type="pres">
      <dgm:prSet presAssocID="{76B383C1-B562-4804-983B-5C467A2D7CB3}" presName="spaceRect" presStyleCnt="0"/>
      <dgm:spPr/>
    </dgm:pt>
    <dgm:pt modelId="{09C65F2C-8087-4359-BB1B-F00FDC08A41E}" type="pres">
      <dgm:prSet presAssocID="{76B383C1-B562-4804-983B-5C467A2D7CB3}" presName="parTx" presStyleLbl="revTx" presStyleIdx="2" presStyleCnt="7">
        <dgm:presLayoutVars>
          <dgm:chMax val="0"/>
          <dgm:chPref val="0"/>
        </dgm:presLayoutVars>
      </dgm:prSet>
      <dgm:spPr/>
    </dgm:pt>
    <dgm:pt modelId="{C8CF5C49-F5AE-458D-8354-5C3F743C36E4}" type="pres">
      <dgm:prSet presAssocID="{132556E5-A9FD-402D-8924-07C3C5138226}" presName="sibTrans" presStyleCnt="0"/>
      <dgm:spPr/>
    </dgm:pt>
    <dgm:pt modelId="{4ABFFEC1-2222-4322-8119-9F9E07982D8B}" type="pres">
      <dgm:prSet presAssocID="{4E635A52-266B-404C-9DC8-9FE6E676D858}" presName="compNode" presStyleCnt="0"/>
      <dgm:spPr/>
    </dgm:pt>
    <dgm:pt modelId="{7056F264-F4A4-4E08-AD75-CB87C2A53F2D}" type="pres">
      <dgm:prSet presAssocID="{4E635A52-266B-404C-9DC8-9FE6E676D858}" presName="bgRect" presStyleLbl="bgShp" presStyleIdx="3" presStyleCnt="5"/>
      <dgm:spPr/>
    </dgm:pt>
    <dgm:pt modelId="{AB37BDFA-EC89-452A-B728-BE759BF1C858}" type="pres">
      <dgm:prSet presAssocID="{4E635A52-266B-404C-9DC8-9FE6E676D85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C0FB981-C8EE-431E-9D4B-F094F44700D7}" type="pres">
      <dgm:prSet presAssocID="{4E635A52-266B-404C-9DC8-9FE6E676D858}" presName="spaceRect" presStyleCnt="0"/>
      <dgm:spPr/>
    </dgm:pt>
    <dgm:pt modelId="{DF52CA68-9B8F-405E-8297-975A63A5E6B9}" type="pres">
      <dgm:prSet presAssocID="{4E635A52-266B-404C-9DC8-9FE6E676D858}" presName="parTx" presStyleLbl="revTx" presStyleIdx="3" presStyleCnt="7">
        <dgm:presLayoutVars>
          <dgm:chMax val="0"/>
          <dgm:chPref val="0"/>
        </dgm:presLayoutVars>
      </dgm:prSet>
      <dgm:spPr/>
    </dgm:pt>
    <dgm:pt modelId="{08DBD081-6377-4193-8AAD-9D1EABFE178F}" type="pres">
      <dgm:prSet presAssocID="{4E635A52-266B-404C-9DC8-9FE6E676D858}" presName="desTx" presStyleLbl="revTx" presStyleIdx="4" presStyleCnt="7">
        <dgm:presLayoutVars/>
      </dgm:prSet>
      <dgm:spPr/>
    </dgm:pt>
    <dgm:pt modelId="{6DE51E3E-58D8-4A0F-B9AB-6C3D7FEE5130}" type="pres">
      <dgm:prSet presAssocID="{5AA4FE86-115F-40CD-AF72-69927CA06D4F}" presName="sibTrans" presStyleCnt="0"/>
      <dgm:spPr/>
    </dgm:pt>
    <dgm:pt modelId="{E186EC8C-B5E6-43F0-9C1D-06CDA4786D6E}" type="pres">
      <dgm:prSet presAssocID="{0A1DFE62-2D54-4E55-BAA1-3C95544C90AE}" presName="compNode" presStyleCnt="0"/>
      <dgm:spPr/>
    </dgm:pt>
    <dgm:pt modelId="{D81192E6-0382-44F6-A8F9-DEEB4248C0CE}" type="pres">
      <dgm:prSet presAssocID="{0A1DFE62-2D54-4E55-BAA1-3C95544C90AE}" presName="bgRect" presStyleLbl="bgShp" presStyleIdx="4" presStyleCnt="5"/>
      <dgm:spPr/>
    </dgm:pt>
    <dgm:pt modelId="{BD6837D0-399D-47A1-983A-9850C4B2A919}" type="pres">
      <dgm:prSet presAssocID="{0A1DFE62-2D54-4E55-BAA1-3C95544C90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69A02ED-857C-4752-8A1A-F1DAAC5E37B9}" type="pres">
      <dgm:prSet presAssocID="{0A1DFE62-2D54-4E55-BAA1-3C95544C90AE}" presName="spaceRect" presStyleCnt="0"/>
      <dgm:spPr/>
    </dgm:pt>
    <dgm:pt modelId="{371F71AD-2A71-45EE-A8D6-304E837EAC47}" type="pres">
      <dgm:prSet presAssocID="{0A1DFE62-2D54-4E55-BAA1-3C95544C90AE}" presName="parTx" presStyleLbl="revTx" presStyleIdx="5" presStyleCnt="7" custScaleX="112415">
        <dgm:presLayoutVars>
          <dgm:chMax val="0"/>
          <dgm:chPref val="0"/>
        </dgm:presLayoutVars>
      </dgm:prSet>
      <dgm:spPr/>
    </dgm:pt>
    <dgm:pt modelId="{820C6FB3-F0EB-4DE0-931D-79ECD14195FF}" type="pres">
      <dgm:prSet presAssocID="{0A1DFE62-2D54-4E55-BAA1-3C95544C90AE}" presName="desTx" presStyleLbl="revTx" presStyleIdx="6" presStyleCnt="7" custScaleX="97619">
        <dgm:presLayoutVars/>
      </dgm:prSet>
      <dgm:spPr/>
    </dgm:pt>
  </dgm:ptLst>
  <dgm:cxnLst>
    <dgm:cxn modelId="{39C9A603-EF30-40F6-8F26-51E4221DDF0D}" type="presOf" srcId="{0BC0D98F-EAC0-428A-B84B-E09A2C9EDA49}" destId="{759C8CBE-8CB4-4E74-92CD-F0B6BFD6A232}" srcOrd="0" destOrd="0" presId="urn:microsoft.com/office/officeart/2018/2/layout/IconVerticalSolidList"/>
    <dgm:cxn modelId="{E210EF05-EDBD-489B-A557-79F86F252DAD}" srcId="{4E635A52-266B-404C-9DC8-9FE6E676D858}" destId="{2DF5AE2D-90AC-4247-8D17-331F75798F42}" srcOrd="1" destOrd="0" parTransId="{658221D9-40C1-45EE-96FD-3A041F9381EE}" sibTransId="{58D52264-E8FD-4770-9FAC-99A468D810F8}"/>
    <dgm:cxn modelId="{3FAF1610-0A0E-4EFA-A8B8-2BDCA7333883}" type="presOf" srcId="{A7AFE6C3-CE0A-4310-8B82-85E46123B21F}" destId="{5B00A697-F7D1-430F-9FF2-88AD62101F7A}" srcOrd="0" destOrd="0" presId="urn:microsoft.com/office/officeart/2018/2/layout/IconVerticalSolidList"/>
    <dgm:cxn modelId="{9B89B515-2BC3-4C6E-A87C-A8BE0463405C}" type="presOf" srcId="{4E635A52-266B-404C-9DC8-9FE6E676D858}" destId="{DF52CA68-9B8F-405E-8297-975A63A5E6B9}" srcOrd="0" destOrd="0" presId="urn:microsoft.com/office/officeart/2018/2/layout/IconVerticalSolidList"/>
    <dgm:cxn modelId="{9DFCCB21-CE1D-44E1-951F-93C5BA5C6CDB}" srcId="{4E635A52-266B-404C-9DC8-9FE6E676D858}" destId="{CA0CE23B-E34C-4ACB-93C1-97224389CF25}" srcOrd="2" destOrd="0" parTransId="{BB84DFD2-A5B1-43BD-93BD-080A3DC798BC}" sibTransId="{44E46858-5CB3-471B-8916-64D9C570B3AB}"/>
    <dgm:cxn modelId="{BAFCA924-C4E2-9245-B6ED-2EA84CB6954F}" type="presOf" srcId="{FED1E166-558C-D74B-9F61-CB6128F30258}" destId="{820C6FB3-F0EB-4DE0-931D-79ECD14195FF}" srcOrd="0" destOrd="1" presId="urn:microsoft.com/office/officeart/2018/2/layout/IconVerticalSolidList"/>
    <dgm:cxn modelId="{EC8FB836-1C13-8D4A-952F-E1B915426A35}" srcId="{0A1DFE62-2D54-4E55-BAA1-3C95544C90AE}" destId="{FED1E166-558C-D74B-9F61-CB6128F30258}" srcOrd="1" destOrd="0" parTransId="{FB6BE7BA-FF9E-754B-AD23-0EC8B5655EE1}" sibTransId="{E8AA5E52-0A6B-4A4E-ABFC-BDBD190277B9}"/>
    <dgm:cxn modelId="{C4CD983E-815D-504A-A920-C8CB63C52264}" type="presOf" srcId="{C9EB9FCC-B6AB-7D47-89BF-6B2A97460A60}" destId="{820C6FB3-F0EB-4DE0-931D-79ECD14195FF}" srcOrd="0" destOrd="2" presId="urn:microsoft.com/office/officeart/2018/2/layout/IconVerticalSolidList"/>
    <dgm:cxn modelId="{5F479845-6541-47EA-B252-2C9DE2F79EEF}" srcId="{4E635A52-266B-404C-9DC8-9FE6E676D858}" destId="{3D6032EF-7782-431F-8E0F-2F40A4F4F200}" srcOrd="0" destOrd="0" parTransId="{99EF44A6-E041-4B53-BAD3-F39526952871}" sibTransId="{2498B3E8-213E-4D3A-841B-5A996D4A76EA}"/>
    <dgm:cxn modelId="{B1E59361-F347-4271-9682-17BDF321326C}" srcId="{551B50D7-1F63-4D4C-8129-C25F910BD36C}" destId="{76B383C1-B562-4804-983B-5C467A2D7CB3}" srcOrd="2" destOrd="0" parTransId="{E177BCE0-A286-4DA6-85BE-755E34B6CF4D}" sibTransId="{132556E5-A9FD-402D-8924-07C3C5138226}"/>
    <dgm:cxn modelId="{872B7971-62BF-4174-9FE0-5513F3A27C84}" type="presOf" srcId="{551B50D7-1F63-4D4C-8129-C25F910BD36C}" destId="{145F8704-5F95-44C2-B7ED-CF10AE59FD98}" srcOrd="0" destOrd="0" presId="urn:microsoft.com/office/officeart/2018/2/layout/IconVerticalSolidList"/>
    <dgm:cxn modelId="{E6112A78-6501-45ED-8FCB-2316F258543D}" srcId="{551B50D7-1F63-4D4C-8129-C25F910BD36C}" destId="{4E635A52-266B-404C-9DC8-9FE6E676D858}" srcOrd="3" destOrd="0" parTransId="{76F7AD6F-57E4-4601-883A-EE9BC0CFEB19}" sibTransId="{5AA4FE86-115F-40CD-AF72-69927CA06D4F}"/>
    <dgm:cxn modelId="{2030B97B-D7F9-0B4A-8D04-EC65AA828D17}" srcId="{0A1DFE62-2D54-4E55-BAA1-3C95544C90AE}" destId="{C9EB9FCC-B6AB-7D47-89BF-6B2A97460A60}" srcOrd="2" destOrd="0" parTransId="{B68105C9-E161-7E4B-976E-5EACDCDFFD16}" sibTransId="{A77AE36D-2A58-0841-B06E-58BEFA8321EF}"/>
    <dgm:cxn modelId="{03E27E8D-68E2-4A90-9C5F-BDB962DFA20F}" type="presOf" srcId="{0A1DFE62-2D54-4E55-BAA1-3C95544C90AE}" destId="{371F71AD-2A71-45EE-A8D6-304E837EAC47}" srcOrd="0" destOrd="0" presId="urn:microsoft.com/office/officeart/2018/2/layout/IconVerticalSolidList"/>
    <dgm:cxn modelId="{BCEA5493-4DF5-40A9-A5FC-6FE951C97DF6}" type="presOf" srcId="{3D6032EF-7782-431F-8E0F-2F40A4F4F200}" destId="{08DBD081-6377-4193-8AAD-9D1EABFE178F}" srcOrd="0" destOrd="0" presId="urn:microsoft.com/office/officeart/2018/2/layout/IconVerticalSolidList"/>
    <dgm:cxn modelId="{72072C99-0E01-4C26-9890-4F6CCF9374D0}" type="presOf" srcId="{23980941-D5E3-4C50-9382-10C6DEBAD21E}" destId="{820C6FB3-F0EB-4DE0-931D-79ECD14195FF}" srcOrd="0" destOrd="0" presId="urn:microsoft.com/office/officeart/2018/2/layout/IconVerticalSolidList"/>
    <dgm:cxn modelId="{8506BA9E-6D6E-4750-897B-843A4A017430}" srcId="{551B50D7-1F63-4D4C-8129-C25F910BD36C}" destId="{A7AFE6C3-CE0A-4310-8B82-85E46123B21F}" srcOrd="1" destOrd="0" parTransId="{66F843A2-3720-4F81-A69D-E5A7B0237AEE}" sibTransId="{CEE3954A-341F-4CE2-91FF-CC41E3A34CCA}"/>
    <dgm:cxn modelId="{FE7FBDA2-C027-48D2-B295-1EE017D7ACE5}" srcId="{551B50D7-1F63-4D4C-8129-C25F910BD36C}" destId="{0A1DFE62-2D54-4E55-BAA1-3C95544C90AE}" srcOrd="4" destOrd="0" parTransId="{22ACE1F6-E20A-416D-8DEF-9EA0D755C4ED}" sibTransId="{73D74180-9D89-4692-A7B4-21D16324E7B1}"/>
    <dgm:cxn modelId="{626008DA-F3A6-4547-AE52-2532319E0DB8}" srcId="{551B50D7-1F63-4D4C-8129-C25F910BD36C}" destId="{0BC0D98F-EAC0-428A-B84B-E09A2C9EDA49}" srcOrd="0" destOrd="0" parTransId="{8397E787-531A-4F20-9CE7-79F8E676D935}" sibTransId="{3D696BA2-3FD7-4A4D-B5BF-69DB091442F3}"/>
    <dgm:cxn modelId="{9E0896DE-6F96-46E9-888E-2B1EC5F22328}" type="presOf" srcId="{76B383C1-B562-4804-983B-5C467A2D7CB3}" destId="{09C65F2C-8087-4359-BB1B-F00FDC08A41E}" srcOrd="0" destOrd="0" presId="urn:microsoft.com/office/officeart/2018/2/layout/IconVerticalSolidList"/>
    <dgm:cxn modelId="{93B1FAF1-ED50-4F2F-AADF-F8436CF8C446}" srcId="{0A1DFE62-2D54-4E55-BAA1-3C95544C90AE}" destId="{23980941-D5E3-4C50-9382-10C6DEBAD21E}" srcOrd="0" destOrd="0" parTransId="{4928D41F-BA3E-4814-923F-E2A2B79A84F5}" sibTransId="{5B18BA72-90A4-42DA-BC6D-5C87317B6344}"/>
    <dgm:cxn modelId="{DA6B6BF3-DEEC-4513-8D28-BEBDF3EF4F36}" type="presOf" srcId="{2DF5AE2D-90AC-4247-8D17-331F75798F42}" destId="{08DBD081-6377-4193-8AAD-9D1EABFE178F}" srcOrd="0" destOrd="1" presId="urn:microsoft.com/office/officeart/2018/2/layout/IconVerticalSolidList"/>
    <dgm:cxn modelId="{759D1CFE-AEF7-4597-9B32-FA3CB5E5F258}" type="presOf" srcId="{CA0CE23B-E34C-4ACB-93C1-97224389CF25}" destId="{08DBD081-6377-4193-8AAD-9D1EABFE178F}" srcOrd="0" destOrd="2" presId="urn:microsoft.com/office/officeart/2018/2/layout/IconVerticalSolidList"/>
    <dgm:cxn modelId="{66020AA8-00BF-4886-B5A4-DA3F2484047E}" type="presParOf" srcId="{145F8704-5F95-44C2-B7ED-CF10AE59FD98}" destId="{ACA9463F-BB33-4791-99D2-29FB3A1B0883}" srcOrd="0" destOrd="0" presId="urn:microsoft.com/office/officeart/2018/2/layout/IconVerticalSolidList"/>
    <dgm:cxn modelId="{DE5F3F59-DFD3-43AB-981B-F72E56849198}" type="presParOf" srcId="{ACA9463F-BB33-4791-99D2-29FB3A1B0883}" destId="{789EFF5B-BA0A-4E82-8B51-4C7DDB02CE21}" srcOrd="0" destOrd="0" presId="urn:microsoft.com/office/officeart/2018/2/layout/IconVerticalSolidList"/>
    <dgm:cxn modelId="{FD6A11C7-2E9F-45C1-8146-3DA9E9D5714E}" type="presParOf" srcId="{ACA9463F-BB33-4791-99D2-29FB3A1B0883}" destId="{D2E15B36-124A-44CF-BAD0-B660E86C5FE4}" srcOrd="1" destOrd="0" presId="urn:microsoft.com/office/officeart/2018/2/layout/IconVerticalSolidList"/>
    <dgm:cxn modelId="{1AD8A49C-82E5-4ED4-A229-4C62E1A0F6D7}" type="presParOf" srcId="{ACA9463F-BB33-4791-99D2-29FB3A1B0883}" destId="{CEAAF562-FC94-4D82-95CB-EFEDABF2831E}" srcOrd="2" destOrd="0" presId="urn:microsoft.com/office/officeart/2018/2/layout/IconVerticalSolidList"/>
    <dgm:cxn modelId="{5B316E45-40D5-4EE7-9F13-7136048BE421}" type="presParOf" srcId="{ACA9463F-BB33-4791-99D2-29FB3A1B0883}" destId="{759C8CBE-8CB4-4E74-92CD-F0B6BFD6A232}" srcOrd="3" destOrd="0" presId="urn:microsoft.com/office/officeart/2018/2/layout/IconVerticalSolidList"/>
    <dgm:cxn modelId="{030A5FC5-8937-43BD-83B4-2B99E728C828}" type="presParOf" srcId="{145F8704-5F95-44C2-B7ED-CF10AE59FD98}" destId="{CE718E9B-DF3C-4668-964C-2E4C689B7F43}" srcOrd="1" destOrd="0" presId="urn:microsoft.com/office/officeart/2018/2/layout/IconVerticalSolidList"/>
    <dgm:cxn modelId="{856DB534-883B-42E1-B474-D0859747FFB3}" type="presParOf" srcId="{145F8704-5F95-44C2-B7ED-CF10AE59FD98}" destId="{7FB09356-8179-4A26-B865-94FE99CBD3DD}" srcOrd="2" destOrd="0" presId="urn:microsoft.com/office/officeart/2018/2/layout/IconVerticalSolidList"/>
    <dgm:cxn modelId="{F742B29D-DD76-47CA-B73D-7CEB1759CC02}" type="presParOf" srcId="{7FB09356-8179-4A26-B865-94FE99CBD3DD}" destId="{3F767DB1-BE7C-4EAB-AFE3-B5BF3E690DFB}" srcOrd="0" destOrd="0" presId="urn:microsoft.com/office/officeart/2018/2/layout/IconVerticalSolidList"/>
    <dgm:cxn modelId="{71393AB6-DD6C-4715-AB10-7BA23FA61C45}" type="presParOf" srcId="{7FB09356-8179-4A26-B865-94FE99CBD3DD}" destId="{87709317-7144-45AA-B456-0AF6364D8E1D}" srcOrd="1" destOrd="0" presId="urn:microsoft.com/office/officeart/2018/2/layout/IconVerticalSolidList"/>
    <dgm:cxn modelId="{0C9A85F2-FD67-4917-BB5C-D8F876033E08}" type="presParOf" srcId="{7FB09356-8179-4A26-B865-94FE99CBD3DD}" destId="{DEC55565-BC73-4AA5-B88F-90FBAF3F6533}" srcOrd="2" destOrd="0" presId="urn:microsoft.com/office/officeart/2018/2/layout/IconVerticalSolidList"/>
    <dgm:cxn modelId="{0788E083-F397-4C35-A0B1-1F6742D3A7B4}" type="presParOf" srcId="{7FB09356-8179-4A26-B865-94FE99CBD3DD}" destId="{5B00A697-F7D1-430F-9FF2-88AD62101F7A}" srcOrd="3" destOrd="0" presId="urn:microsoft.com/office/officeart/2018/2/layout/IconVerticalSolidList"/>
    <dgm:cxn modelId="{F8C4B041-DA20-41AB-814A-FDD58772DD2F}" type="presParOf" srcId="{145F8704-5F95-44C2-B7ED-CF10AE59FD98}" destId="{EB495077-D8F4-4233-BE8E-D2A963A8583E}" srcOrd="3" destOrd="0" presId="urn:microsoft.com/office/officeart/2018/2/layout/IconVerticalSolidList"/>
    <dgm:cxn modelId="{A17CAFF1-9EEC-4C67-BBB8-2AA0D5708E8C}" type="presParOf" srcId="{145F8704-5F95-44C2-B7ED-CF10AE59FD98}" destId="{D37CB261-92A3-4E78-9256-770E6B6A5B3F}" srcOrd="4" destOrd="0" presId="urn:microsoft.com/office/officeart/2018/2/layout/IconVerticalSolidList"/>
    <dgm:cxn modelId="{C2696DBB-A156-488F-AE08-1B031974434C}" type="presParOf" srcId="{D37CB261-92A3-4E78-9256-770E6B6A5B3F}" destId="{F9F800AC-4C5D-45F4-8E5F-59F1F298F4F4}" srcOrd="0" destOrd="0" presId="urn:microsoft.com/office/officeart/2018/2/layout/IconVerticalSolidList"/>
    <dgm:cxn modelId="{76EC4922-1E21-436F-B907-51D64DE151E9}" type="presParOf" srcId="{D37CB261-92A3-4E78-9256-770E6B6A5B3F}" destId="{D2BB697A-DBAF-4C5C-BB54-685429614502}" srcOrd="1" destOrd="0" presId="urn:microsoft.com/office/officeart/2018/2/layout/IconVerticalSolidList"/>
    <dgm:cxn modelId="{9B6A8480-8045-4BEE-ADD0-92A95BBD38C7}" type="presParOf" srcId="{D37CB261-92A3-4E78-9256-770E6B6A5B3F}" destId="{CBB61FFF-5AC9-4DD5-BA77-66F6BFA15A3B}" srcOrd="2" destOrd="0" presId="urn:microsoft.com/office/officeart/2018/2/layout/IconVerticalSolidList"/>
    <dgm:cxn modelId="{BF49B1D2-A9F9-47E5-B5FC-AC4FCE6DC6D7}" type="presParOf" srcId="{D37CB261-92A3-4E78-9256-770E6B6A5B3F}" destId="{09C65F2C-8087-4359-BB1B-F00FDC08A41E}" srcOrd="3" destOrd="0" presId="urn:microsoft.com/office/officeart/2018/2/layout/IconVerticalSolidList"/>
    <dgm:cxn modelId="{23FB7606-4B78-474F-BED0-A622E34EB3A9}" type="presParOf" srcId="{145F8704-5F95-44C2-B7ED-CF10AE59FD98}" destId="{C8CF5C49-F5AE-458D-8354-5C3F743C36E4}" srcOrd="5" destOrd="0" presId="urn:microsoft.com/office/officeart/2018/2/layout/IconVerticalSolidList"/>
    <dgm:cxn modelId="{F2146175-CDC1-4326-B7D6-542C0F23D690}" type="presParOf" srcId="{145F8704-5F95-44C2-B7ED-CF10AE59FD98}" destId="{4ABFFEC1-2222-4322-8119-9F9E07982D8B}" srcOrd="6" destOrd="0" presId="urn:microsoft.com/office/officeart/2018/2/layout/IconVerticalSolidList"/>
    <dgm:cxn modelId="{F5A5BC0C-9C37-46ED-8BF3-9F57E693A8DA}" type="presParOf" srcId="{4ABFFEC1-2222-4322-8119-9F9E07982D8B}" destId="{7056F264-F4A4-4E08-AD75-CB87C2A53F2D}" srcOrd="0" destOrd="0" presId="urn:microsoft.com/office/officeart/2018/2/layout/IconVerticalSolidList"/>
    <dgm:cxn modelId="{B5D38B6A-42E2-48A1-8181-16CDC87303BB}" type="presParOf" srcId="{4ABFFEC1-2222-4322-8119-9F9E07982D8B}" destId="{AB37BDFA-EC89-452A-B728-BE759BF1C858}" srcOrd="1" destOrd="0" presId="urn:microsoft.com/office/officeart/2018/2/layout/IconVerticalSolidList"/>
    <dgm:cxn modelId="{C59AD2B8-0E3F-4A69-841B-8513629AE409}" type="presParOf" srcId="{4ABFFEC1-2222-4322-8119-9F9E07982D8B}" destId="{5C0FB981-C8EE-431E-9D4B-F094F44700D7}" srcOrd="2" destOrd="0" presId="urn:microsoft.com/office/officeart/2018/2/layout/IconVerticalSolidList"/>
    <dgm:cxn modelId="{66B57FE6-4135-49CE-9A07-D1BC11A5C79D}" type="presParOf" srcId="{4ABFFEC1-2222-4322-8119-9F9E07982D8B}" destId="{DF52CA68-9B8F-405E-8297-975A63A5E6B9}" srcOrd="3" destOrd="0" presId="urn:microsoft.com/office/officeart/2018/2/layout/IconVerticalSolidList"/>
    <dgm:cxn modelId="{558ABB03-17CB-4DBE-A4B5-F13272EBEE0C}" type="presParOf" srcId="{4ABFFEC1-2222-4322-8119-9F9E07982D8B}" destId="{08DBD081-6377-4193-8AAD-9D1EABFE178F}" srcOrd="4" destOrd="0" presId="urn:microsoft.com/office/officeart/2018/2/layout/IconVerticalSolidList"/>
    <dgm:cxn modelId="{2A68AA0D-E991-4453-9970-082FBCE3DB68}" type="presParOf" srcId="{145F8704-5F95-44C2-B7ED-CF10AE59FD98}" destId="{6DE51E3E-58D8-4A0F-B9AB-6C3D7FEE5130}" srcOrd="7" destOrd="0" presId="urn:microsoft.com/office/officeart/2018/2/layout/IconVerticalSolidList"/>
    <dgm:cxn modelId="{DE707A12-9BA4-4DCE-AAA9-3ED8C56E176B}" type="presParOf" srcId="{145F8704-5F95-44C2-B7ED-CF10AE59FD98}" destId="{E186EC8C-B5E6-43F0-9C1D-06CDA4786D6E}" srcOrd="8" destOrd="0" presId="urn:microsoft.com/office/officeart/2018/2/layout/IconVerticalSolidList"/>
    <dgm:cxn modelId="{8AE4A0A1-8DAD-461E-A254-1A796745B4F0}" type="presParOf" srcId="{E186EC8C-B5E6-43F0-9C1D-06CDA4786D6E}" destId="{D81192E6-0382-44F6-A8F9-DEEB4248C0CE}" srcOrd="0" destOrd="0" presId="urn:microsoft.com/office/officeart/2018/2/layout/IconVerticalSolidList"/>
    <dgm:cxn modelId="{018FB377-C440-4820-9B68-7BB387DE73C1}" type="presParOf" srcId="{E186EC8C-B5E6-43F0-9C1D-06CDA4786D6E}" destId="{BD6837D0-399D-47A1-983A-9850C4B2A919}" srcOrd="1" destOrd="0" presId="urn:microsoft.com/office/officeart/2018/2/layout/IconVerticalSolidList"/>
    <dgm:cxn modelId="{8DD654B2-5A5A-4D55-AB47-6A4D73553846}" type="presParOf" srcId="{E186EC8C-B5E6-43F0-9C1D-06CDA4786D6E}" destId="{169A02ED-857C-4752-8A1A-F1DAAC5E37B9}" srcOrd="2" destOrd="0" presId="urn:microsoft.com/office/officeart/2018/2/layout/IconVerticalSolidList"/>
    <dgm:cxn modelId="{26C43AC9-F9D5-4A43-A250-3B576986DECE}" type="presParOf" srcId="{E186EC8C-B5E6-43F0-9C1D-06CDA4786D6E}" destId="{371F71AD-2A71-45EE-A8D6-304E837EAC47}" srcOrd="3" destOrd="0" presId="urn:microsoft.com/office/officeart/2018/2/layout/IconVerticalSolidList"/>
    <dgm:cxn modelId="{E251B04D-752A-4A1E-9FF4-2AA93B2E1E64}" type="presParOf" srcId="{E186EC8C-B5E6-43F0-9C1D-06CDA4786D6E}" destId="{820C6FB3-F0EB-4DE0-931D-79ECD14195F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51B50D7-1F63-4D4C-8129-C25F910BD36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BC0D98F-EAC0-428A-B84B-E09A2C9EDA4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Integrated Raspberry Pi for automated data logging.</a:t>
          </a:r>
          <a:endParaRPr lang="en-US">
            <a:latin typeface="Calibri"/>
            <a:ea typeface="Calibri"/>
            <a:cs typeface="Calibri"/>
          </a:endParaRPr>
        </a:p>
      </dgm:t>
    </dgm:pt>
    <dgm:pt modelId="{8397E787-531A-4F20-9CE7-79F8E676D935}" type="parTrans" cxnId="{626008DA-F3A6-4547-AE52-2532319E0DB8}">
      <dgm:prSet/>
      <dgm:spPr/>
      <dgm:t>
        <a:bodyPr/>
        <a:lstStyle/>
        <a:p>
          <a:endParaRPr lang="en-GB"/>
        </a:p>
      </dgm:t>
    </dgm:pt>
    <dgm:pt modelId="{3D696BA2-3FD7-4A4D-B5BF-69DB091442F3}" type="sibTrans" cxnId="{626008DA-F3A6-4547-AE52-2532319E0DB8}">
      <dgm:prSet/>
      <dgm:spPr/>
      <dgm:t>
        <a:bodyPr/>
        <a:lstStyle/>
        <a:p>
          <a:endParaRPr lang="en-US"/>
        </a:p>
      </dgm:t>
    </dgm:pt>
    <dgm:pt modelId="{A7AFE6C3-CE0A-4310-8B82-85E46123B21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Triggered cloud uploads on Wi-Fi connection.</a:t>
          </a:r>
          <a:endParaRPr lang="en-US">
            <a:latin typeface="Calibri"/>
            <a:ea typeface="Calibri"/>
            <a:cs typeface="Calibri"/>
          </a:endParaRPr>
        </a:p>
      </dgm:t>
    </dgm:pt>
    <dgm:pt modelId="{66F843A2-3720-4F81-A69D-E5A7B0237AEE}" type="parTrans" cxnId="{8506BA9E-6D6E-4750-897B-843A4A017430}">
      <dgm:prSet/>
      <dgm:spPr/>
      <dgm:t>
        <a:bodyPr/>
        <a:lstStyle/>
        <a:p>
          <a:endParaRPr lang="en-GB"/>
        </a:p>
      </dgm:t>
    </dgm:pt>
    <dgm:pt modelId="{CEE3954A-341F-4CE2-91FF-CC41E3A34CCA}" type="sibTrans" cxnId="{8506BA9E-6D6E-4750-897B-843A4A017430}">
      <dgm:prSet/>
      <dgm:spPr/>
      <dgm:t>
        <a:bodyPr/>
        <a:lstStyle/>
        <a:p>
          <a:endParaRPr lang="en-US"/>
        </a:p>
      </dgm:t>
    </dgm:pt>
    <dgm:pt modelId="{76B383C1-B562-4804-983B-5C467A2D7CB3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>
              <a:latin typeface="Calibri"/>
              <a:ea typeface="Calibri"/>
              <a:cs typeface="Calibri"/>
            </a:rPr>
            <a:t>Developed dashboard with admin control over the cloud-based preprocessing pipeline on Hugging Face Spaces.</a:t>
          </a:r>
          <a:endParaRPr lang="en-US" sz="2000" dirty="0">
            <a:latin typeface="Calibri"/>
            <a:ea typeface="Calibri"/>
            <a:cs typeface="Calibri"/>
          </a:endParaRPr>
        </a:p>
      </dgm:t>
    </dgm:pt>
    <dgm:pt modelId="{E177BCE0-A286-4DA6-85BE-755E34B6CF4D}" type="parTrans" cxnId="{B1E59361-F347-4271-9682-17BDF321326C}">
      <dgm:prSet/>
      <dgm:spPr/>
      <dgm:t>
        <a:bodyPr/>
        <a:lstStyle/>
        <a:p>
          <a:endParaRPr lang="en-GB"/>
        </a:p>
      </dgm:t>
    </dgm:pt>
    <dgm:pt modelId="{132556E5-A9FD-402D-8924-07C3C5138226}" type="sibTrans" cxnId="{B1E59361-F347-4271-9682-17BDF321326C}">
      <dgm:prSet/>
      <dgm:spPr/>
      <dgm:t>
        <a:bodyPr/>
        <a:lstStyle/>
        <a:p>
          <a:endParaRPr lang="en-US"/>
        </a:p>
      </dgm:t>
    </dgm:pt>
    <dgm:pt modelId="{4E635A52-266B-404C-9DC8-9FE6E676D85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Built unsupervised model (K-Means clustering) to categorize driving behavior.</a:t>
          </a:r>
          <a:endParaRPr lang="en-US">
            <a:latin typeface="Calibri"/>
            <a:ea typeface="Calibri"/>
            <a:cs typeface="Calibri"/>
          </a:endParaRPr>
        </a:p>
      </dgm:t>
    </dgm:pt>
    <dgm:pt modelId="{76F7AD6F-57E4-4601-883A-EE9BC0CFEB19}" type="parTrans" cxnId="{E6112A78-6501-45ED-8FCB-2316F258543D}">
      <dgm:prSet/>
      <dgm:spPr/>
      <dgm:t>
        <a:bodyPr/>
        <a:lstStyle/>
        <a:p>
          <a:endParaRPr lang="en-GB"/>
        </a:p>
      </dgm:t>
    </dgm:pt>
    <dgm:pt modelId="{5AA4FE86-115F-40CD-AF72-69927CA06D4F}" type="sibTrans" cxnId="{E6112A78-6501-45ED-8FCB-2316F258543D}">
      <dgm:prSet/>
      <dgm:spPr/>
      <dgm:t>
        <a:bodyPr/>
        <a:lstStyle/>
        <a:p>
          <a:endParaRPr lang="en-US"/>
        </a:p>
      </dgm:t>
    </dgm:pt>
    <dgm:pt modelId="{0A1DFE62-2D54-4E55-BAA1-3C95544C90A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Initial ML Prototyping for Predictive Maintenance</a:t>
          </a:r>
        </a:p>
      </dgm:t>
    </dgm:pt>
    <dgm:pt modelId="{22ACE1F6-E20A-416D-8DEF-9EA0D755C4ED}" type="parTrans" cxnId="{FE7FBDA2-C027-48D2-B295-1EE017D7ACE5}">
      <dgm:prSet/>
      <dgm:spPr/>
      <dgm:t>
        <a:bodyPr/>
        <a:lstStyle/>
        <a:p>
          <a:endParaRPr lang="en-GB"/>
        </a:p>
      </dgm:t>
    </dgm:pt>
    <dgm:pt modelId="{73D74180-9D89-4692-A7B4-21D16324E7B1}" type="sibTrans" cxnId="{FE7FBDA2-C027-48D2-B295-1EE017D7ACE5}">
      <dgm:prSet/>
      <dgm:spPr/>
      <dgm:t>
        <a:bodyPr/>
        <a:lstStyle/>
        <a:p>
          <a:endParaRPr lang="en-US"/>
        </a:p>
      </dgm:t>
    </dgm:pt>
    <dgm:pt modelId="{145F8704-5F95-44C2-B7ED-CF10AE59FD98}" type="pres">
      <dgm:prSet presAssocID="{551B50D7-1F63-4D4C-8129-C25F910BD36C}" presName="root" presStyleCnt="0">
        <dgm:presLayoutVars>
          <dgm:dir/>
          <dgm:resizeHandles val="exact"/>
        </dgm:presLayoutVars>
      </dgm:prSet>
      <dgm:spPr/>
    </dgm:pt>
    <dgm:pt modelId="{ACA9463F-BB33-4791-99D2-29FB3A1B0883}" type="pres">
      <dgm:prSet presAssocID="{0BC0D98F-EAC0-428A-B84B-E09A2C9EDA49}" presName="compNode" presStyleCnt="0"/>
      <dgm:spPr/>
    </dgm:pt>
    <dgm:pt modelId="{789EFF5B-BA0A-4E82-8B51-4C7DDB02CE21}" type="pres">
      <dgm:prSet presAssocID="{0BC0D98F-EAC0-428A-B84B-E09A2C9EDA49}" presName="bgRect" presStyleLbl="bgShp" presStyleIdx="0" presStyleCnt="5"/>
      <dgm:spPr/>
    </dgm:pt>
    <dgm:pt modelId="{D2E15B36-124A-44CF-BAD0-B660E86C5FE4}" type="pres">
      <dgm:prSet presAssocID="{0BC0D98F-EAC0-428A-B84B-E09A2C9EDA4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EAAF562-FC94-4D82-95CB-EFEDABF2831E}" type="pres">
      <dgm:prSet presAssocID="{0BC0D98F-EAC0-428A-B84B-E09A2C9EDA49}" presName="spaceRect" presStyleCnt="0"/>
      <dgm:spPr/>
    </dgm:pt>
    <dgm:pt modelId="{759C8CBE-8CB4-4E74-92CD-F0B6BFD6A232}" type="pres">
      <dgm:prSet presAssocID="{0BC0D98F-EAC0-428A-B84B-E09A2C9EDA49}" presName="parTx" presStyleLbl="revTx" presStyleIdx="0" presStyleCnt="5">
        <dgm:presLayoutVars>
          <dgm:chMax val="0"/>
          <dgm:chPref val="0"/>
        </dgm:presLayoutVars>
      </dgm:prSet>
      <dgm:spPr/>
    </dgm:pt>
    <dgm:pt modelId="{CE718E9B-DF3C-4668-964C-2E4C689B7F43}" type="pres">
      <dgm:prSet presAssocID="{3D696BA2-3FD7-4A4D-B5BF-69DB091442F3}" presName="sibTrans" presStyleCnt="0"/>
      <dgm:spPr/>
    </dgm:pt>
    <dgm:pt modelId="{7FB09356-8179-4A26-B865-94FE99CBD3DD}" type="pres">
      <dgm:prSet presAssocID="{A7AFE6C3-CE0A-4310-8B82-85E46123B21F}" presName="compNode" presStyleCnt="0"/>
      <dgm:spPr/>
    </dgm:pt>
    <dgm:pt modelId="{3F767DB1-BE7C-4EAB-AFE3-B5BF3E690DFB}" type="pres">
      <dgm:prSet presAssocID="{A7AFE6C3-CE0A-4310-8B82-85E46123B21F}" presName="bgRect" presStyleLbl="bgShp" presStyleIdx="1" presStyleCnt="5"/>
      <dgm:spPr/>
    </dgm:pt>
    <dgm:pt modelId="{87709317-7144-45AA-B456-0AF6364D8E1D}" type="pres">
      <dgm:prSet presAssocID="{A7AFE6C3-CE0A-4310-8B82-85E46123B21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EC55565-BC73-4AA5-B88F-90FBAF3F6533}" type="pres">
      <dgm:prSet presAssocID="{A7AFE6C3-CE0A-4310-8B82-85E46123B21F}" presName="spaceRect" presStyleCnt="0"/>
      <dgm:spPr/>
    </dgm:pt>
    <dgm:pt modelId="{5B00A697-F7D1-430F-9FF2-88AD62101F7A}" type="pres">
      <dgm:prSet presAssocID="{A7AFE6C3-CE0A-4310-8B82-85E46123B21F}" presName="parTx" presStyleLbl="revTx" presStyleIdx="1" presStyleCnt="5">
        <dgm:presLayoutVars>
          <dgm:chMax val="0"/>
          <dgm:chPref val="0"/>
        </dgm:presLayoutVars>
      </dgm:prSet>
      <dgm:spPr/>
    </dgm:pt>
    <dgm:pt modelId="{EB495077-D8F4-4233-BE8E-D2A963A8583E}" type="pres">
      <dgm:prSet presAssocID="{CEE3954A-341F-4CE2-91FF-CC41E3A34CCA}" presName="sibTrans" presStyleCnt="0"/>
      <dgm:spPr/>
    </dgm:pt>
    <dgm:pt modelId="{D37CB261-92A3-4E78-9256-770E6B6A5B3F}" type="pres">
      <dgm:prSet presAssocID="{76B383C1-B562-4804-983B-5C467A2D7CB3}" presName="compNode" presStyleCnt="0"/>
      <dgm:spPr/>
    </dgm:pt>
    <dgm:pt modelId="{F9F800AC-4C5D-45F4-8E5F-59F1F298F4F4}" type="pres">
      <dgm:prSet presAssocID="{76B383C1-B562-4804-983B-5C467A2D7CB3}" presName="bgRect" presStyleLbl="bgShp" presStyleIdx="2" presStyleCnt="5" custScaleY="224848"/>
      <dgm:spPr/>
    </dgm:pt>
    <dgm:pt modelId="{D2BB697A-DBAF-4C5C-BB54-685429614502}" type="pres">
      <dgm:prSet presAssocID="{76B383C1-B562-4804-983B-5C467A2D7CB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BB61FFF-5AC9-4DD5-BA77-66F6BFA15A3B}" type="pres">
      <dgm:prSet presAssocID="{76B383C1-B562-4804-983B-5C467A2D7CB3}" presName="spaceRect" presStyleCnt="0"/>
      <dgm:spPr/>
    </dgm:pt>
    <dgm:pt modelId="{09C65F2C-8087-4359-BB1B-F00FDC08A41E}" type="pres">
      <dgm:prSet presAssocID="{76B383C1-B562-4804-983B-5C467A2D7CB3}" presName="parTx" presStyleLbl="revTx" presStyleIdx="2" presStyleCnt="5">
        <dgm:presLayoutVars>
          <dgm:chMax val="0"/>
          <dgm:chPref val="0"/>
        </dgm:presLayoutVars>
      </dgm:prSet>
      <dgm:spPr/>
    </dgm:pt>
    <dgm:pt modelId="{C8CF5C49-F5AE-458D-8354-5C3F743C36E4}" type="pres">
      <dgm:prSet presAssocID="{132556E5-A9FD-402D-8924-07C3C5138226}" presName="sibTrans" presStyleCnt="0"/>
      <dgm:spPr/>
    </dgm:pt>
    <dgm:pt modelId="{4ABFFEC1-2222-4322-8119-9F9E07982D8B}" type="pres">
      <dgm:prSet presAssocID="{4E635A52-266B-404C-9DC8-9FE6E676D858}" presName="compNode" presStyleCnt="0"/>
      <dgm:spPr/>
    </dgm:pt>
    <dgm:pt modelId="{7056F264-F4A4-4E08-AD75-CB87C2A53F2D}" type="pres">
      <dgm:prSet presAssocID="{4E635A52-266B-404C-9DC8-9FE6E676D858}" presName="bgRect" presStyleLbl="bgShp" presStyleIdx="3" presStyleCnt="5"/>
      <dgm:spPr/>
    </dgm:pt>
    <dgm:pt modelId="{AB37BDFA-EC89-452A-B728-BE759BF1C858}" type="pres">
      <dgm:prSet presAssocID="{4E635A52-266B-404C-9DC8-9FE6E676D85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C0FB981-C8EE-431E-9D4B-F094F44700D7}" type="pres">
      <dgm:prSet presAssocID="{4E635A52-266B-404C-9DC8-9FE6E676D858}" presName="spaceRect" presStyleCnt="0"/>
      <dgm:spPr/>
    </dgm:pt>
    <dgm:pt modelId="{DF52CA68-9B8F-405E-8297-975A63A5E6B9}" type="pres">
      <dgm:prSet presAssocID="{4E635A52-266B-404C-9DC8-9FE6E676D858}" presName="parTx" presStyleLbl="revTx" presStyleIdx="3" presStyleCnt="5">
        <dgm:presLayoutVars>
          <dgm:chMax val="0"/>
          <dgm:chPref val="0"/>
        </dgm:presLayoutVars>
      </dgm:prSet>
      <dgm:spPr/>
    </dgm:pt>
    <dgm:pt modelId="{6DE51E3E-58D8-4A0F-B9AB-6C3D7FEE5130}" type="pres">
      <dgm:prSet presAssocID="{5AA4FE86-115F-40CD-AF72-69927CA06D4F}" presName="sibTrans" presStyleCnt="0"/>
      <dgm:spPr/>
    </dgm:pt>
    <dgm:pt modelId="{E186EC8C-B5E6-43F0-9C1D-06CDA4786D6E}" type="pres">
      <dgm:prSet presAssocID="{0A1DFE62-2D54-4E55-BAA1-3C95544C90AE}" presName="compNode" presStyleCnt="0"/>
      <dgm:spPr/>
    </dgm:pt>
    <dgm:pt modelId="{D81192E6-0382-44F6-A8F9-DEEB4248C0CE}" type="pres">
      <dgm:prSet presAssocID="{0A1DFE62-2D54-4E55-BAA1-3C95544C90AE}" presName="bgRect" presStyleLbl="bgShp" presStyleIdx="4" presStyleCnt="5"/>
      <dgm:spPr/>
    </dgm:pt>
    <dgm:pt modelId="{BD6837D0-399D-47A1-983A-9850C4B2A919}" type="pres">
      <dgm:prSet presAssocID="{0A1DFE62-2D54-4E55-BAA1-3C95544C90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69A02ED-857C-4752-8A1A-F1DAAC5E37B9}" type="pres">
      <dgm:prSet presAssocID="{0A1DFE62-2D54-4E55-BAA1-3C95544C90AE}" presName="spaceRect" presStyleCnt="0"/>
      <dgm:spPr/>
    </dgm:pt>
    <dgm:pt modelId="{371F71AD-2A71-45EE-A8D6-304E837EAC47}" type="pres">
      <dgm:prSet presAssocID="{0A1DFE62-2D54-4E55-BAA1-3C95544C90A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9C9A603-EF30-40F6-8F26-51E4221DDF0D}" type="presOf" srcId="{0BC0D98F-EAC0-428A-B84B-E09A2C9EDA49}" destId="{759C8CBE-8CB4-4E74-92CD-F0B6BFD6A232}" srcOrd="0" destOrd="0" presId="urn:microsoft.com/office/officeart/2018/2/layout/IconVerticalSolidList"/>
    <dgm:cxn modelId="{3FAF1610-0A0E-4EFA-A8B8-2BDCA7333883}" type="presOf" srcId="{A7AFE6C3-CE0A-4310-8B82-85E46123B21F}" destId="{5B00A697-F7D1-430F-9FF2-88AD62101F7A}" srcOrd="0" destOrd="0" presId="urn:microsoft.com/office/officeart/2018/2/layout/IconVerticalSolidList"/>
    <dgm:cxn modelId="{9B89B515-2BC3-4C6E-A87C-A8BE0463405C}" type="presOf" srcId="{4E635A52-266B-404C-9DC8-9FE6E676D858}" destId="{DF52CA68-9B8F-405E-8297-975A63A5E6B9}" srcOrd="0" destOrd="0" presId="urn:microsoft.com/office/officeart/2018/2/layout/IconVerticalSolidList"/>
    <dgm:cxn modelId="{B1E59361-F347-4271-9682-17BDF321326C}" srcId="{551B50D7-1F63-4D4C-8129-C25F910BD36C}" destId="{76B383C1-B562-4804-983B-5C467A2D7CB3}" srcOrd="2" destOrd="0" parTransId="{E177BCE0-A286-4DA6-85BE-755E34B6CF4D}" sibTransId="{132556E5-A9FD-402D-8924-07C3C5138226}"/>
    <dgm:cxn modelId="{872B7971-62BF-4174-9FE0-5513F3A27C84}" type="presOf" srcId="{551B50D7-1F63-4D4C-8129-C25F910BD36C}" destId="{145F8704-5F95-44C2-B7ED-CF10AE59FD98}" srcOrd="0" destOrd="0" presId="urn:microsoft.com/office/officeart/2018/2/layout/IconVerticalSolidList"/>
    <dgm:cxn modelId="{E6112A78-6501-45ED-8FCB-2316F258543D}" srcId="{551B50D7-1F63-4D4C-8129-C25F910BD36C}" destId="{4E635A52-266B-404C-9DC8-9FE6E676D858}" srcOrd="3" destOrd="0" parTransId="{76F7AD6F-57E4-4601-883A-EE9BC0CFEB19}" sibTransId="{5AA4FE86-115F-40CD-AF72-69927CA06D4F}"/>
    <dgm:cxn modelId="{03E27E8D-68E2-4A90-9C5F-BDB962DFA20F}" type="presOf" srcId="{0A1DFE62-2D54-4E55-BAA1-3C95544C90AE}" destId="{371F71AD-2A71-45EE-A8D6-304E837EAC47}" srcOrd="0" destOrd="0" presId="urn:microsoft.com/office/officeart/2018/2/layout/IconVerticalSolidList"/>
    <dgm:cxn modelId="{8506BA9E-6D6E-4750-897B-843A4A017430}" srcId="{551B50D7-1F63-4D4C-8129-C25F910BD36C}" destId="{A7AFE6C3-CE0A-4310-8B82-85E46123B21F}" srcOrd="1" destOrd="0" parTransId="{66F843A2-3720-4F81-A69D-E5A7B0237AEE}" sibTransId="{CEE3954A-341F-4CE2-91FF-CC41E3A34CCA}"/>
    <dgm:cxn modelId="{FE7FBDA2-C027-48D2-B295-1EE017D7ACE5}" srcId="{551B50D7-1F63-4D4C-8129-C25F910BD36C}" destId="{0A1DFE62-2D54-4E55-BAA1-3C95544C90AE}" srcOrd="4" destOrd="0" parTransId="{22ACE1F6-E20A-416D-8DEF-9EA0D755C4ED}" sibTransId="{73D74180-9D89-4692-A7B4-21D16324E7B1}"/>
    <dgm:cxn modelId="{626008DA-F3A6-4547-AE52-2532319E0DB8}" srcId="{551B50D7-1F63-4D4C-8129-C25F910BD36C}" destId="{0BC0D98F-EAC0-428A-B84B-E09A2C9EDA49}" srcOrd="0" destOrd="0" parTransId="{8397E787-531A-4F20-9CE7-79F8E676D935}" sibTransId="{3D696BA2-3FD7-4A4D-B5BF-69DB091442F3}"/>
    <dgm:cxn modelId="{9E0896DE-6F96-46E9-888E-2B1EC5F22328}" type="presOf" srcId="{76B383C1-B562-4804-983B-5C467A2D7CB3}" destId="{09C65F2C-8087-4359-BB1B-F00FDC08A41E}" srcOrd="0" destOrd="0" presId="urn:microsoft.com/office/officeart/2018/2/layout/IconVerticalSolidList"/>
    <dgm:cxn modelId="{66020AA8-00BF-4886-B5A4-DA3F2484047E}" type="presParOf" srcId="{145F8704-5F95-44C2-B7ED-CF10AE59FD98}" destId="{ACA9463F-BB33-4791-99D2-29FB3A1B0883}" srcOrd="0" destOrd="0" presId="urn:microsoft.com/office/officeart/2018/2/layout/IconVerticalSolidList"/>
    <dgm:cxn modelId="{DE5F3F59-DFD3-43AB-981B-F72E56849198}" type="presParOf" srcId="{ACA9463F-BB33-4791-99D2-29FB3A1B0883}" destId="{789EFF5B-BA0A-4E82-8B51-4C7DDB02CE21}" srcOrd="0" destOrd="0" presId="urn:microsoft.com/office/officeart/2018/2/layout/IconVerticalSolidList"/>
    <dgm:cxn modelId="{FD6A11C7-2E9F-45C1-8146-3DA9E9D5714E}" type="presParOf" srcId="{ACA9463F-BB33-4791-99D2-29FB3A1B0883}" destId="{D2E15B36-124A-44CF-BAD0-B660E86C5FE4}" srcOrd="1" destOrd="0" presId="urn:microsoft.com/office/officeart/2018/2/layout/IconVerticalSolidList"/>
    <dgm:cxn modelId="{1AD8A49C-82E5-4ED4-A229-4C62E1A0F6D7}" type="presParOf" srcId="{ACA9463F-BB33-4791-99D2-29FB3A1B0883}" destId="{CEAAF562-FC94-4D82-95CB-EFEDABF2831E}" srcOrd="2" destOrd="0" presId="urn:microsoft.com/office/officeart/2018/2/layout/IconVerticalSolidList"/>
    <dgm:cxn modelId="{5B316E45-40D5-4EE7-9F13-7136048BE421}" type="presParOf" srcId="{ACA9463F-BB33-4791-99D2-29FB3A1B0883}" destId="{759C8CBE-8CB4-4E74-92CD-F0B6BFD6A232}" srcOrd="3" destOrd="0" presId="urn:microsoft.com/office/officeart/2018/2/layout/IconVerticalSolidList"/>
    <dgm:cxn modelId="{030A5FC5-8937-43BD-83B4-2B99E728C828}" type="presParOf" srcId="{145F8704-5F95-44C2-B7ED-CF10AE59FD98}" destId="{CE718E9B-DF3C-4668-964C-2E4C689B7F43}" srcOrd="1" destOrd="0" presId="urn:microsoft.com/office/officeart/2018/2/layout/IconVerticalSolidList"/>
    <dgm:cxn modelId="{856DB534-883B-42E1-B474-D0859747FFB3}" type="presParOf" srcId="{145F8704-5F95-44C2-B7ED-CF10AE59FD98}" destId="{7FB09356-8179-4A26-B865-94FE99CBD3DD}" srcOrd="2" destOrd="0" presId="urn:microsoft.com/office/officeart/2018/2/layout/IconVerticalSolidList"/>
    <dgm:cxn modelId="{F742B29D-DD76-47CA-B73D-7CEB1759CC02}" type="presParOf" srcId="{7FB09356-8179-4A26-B865-94FE99CBD3DD}" destId="{3F767DB1-BE7C-4EAB-AFE3-B5BF3E690DFB}" srcOrd="0" destOrd="0" presId="urn:microsoft.com/office/officeart/2018/2/layout/IconVerticalSolidList"/>
    <dgm:cxn modelId="{71393AB6-DD6C-4715-AB10-7BA23FA61C45}" type="presParOf" srcId="{7FB09356-8179-4A26-B865-94FE99CBD3DD}" destId="{87709317-7144-45AA-B456-0AF6364D8E1D}" srcOrd="1" destOrd="0" presId="urn:microsoft.com/office/officeart/2018/2/layout/IconVerticalSolidList"/>
    <dgm:cxn modelId="{0C9A85F2-FD67-4917-BB5C-D8F876033E08}" type="presParOf" srcId="{7FB09356-8179-4A26-B865-94FE99CBD3DD}" destId="{DEC55565-BC73-4AA5-B88F-90FBAF3F6533}" srcOrd="2" destOrd="0" presId="urn:microsoft.com/office/officeart/2018/2/layout/IconVerticalSolidList"/>
    <dgm:cxn modelId="{0788E083-F397-4C35-A0B1-1F6742D3A7B4}" type="presParOf" srcId="{7FB09356-8179-4A26-B865-94FE99CBD3DD}" destId="{5B00A697-F7D1-430F-9FF2-88AD62101F7A}" srcOrd="3" destOrd="0" presId="urn:microsoft.com/office/officeart/2018/2/layout/IconVerticalSolidList"/>
    <dgm:cxn modelId="{F8C4B041-DA20-41AB-814A-FDD58772DD2F}" type="presParOf" srcId="{145F8704-5F95-44C2-B7ED-CF10AE59FD98}" destId="{EB495077-D8F4-4233-BE8E-D2A963A8583E}" srcOrd="3" destOrd="0" presId="urn:microsoft.com/office/officeart/2018/2/layout/IconVerticalSolidList"/>
    <dgm:cxn modelId="{A17CAFF1-9EEC-4C67-BBB8-2AA0D5708E8C}" type="presParOf" srcId="{145F8704-5F95-44C2-B7ED-CF10AE59FD98}" destId="{D37CB261-92A3-4E78-9256-770E6B6A5B3F}" srcOrd="4" destOrd="0" presId="urn:microsoft.com/office/officeart/2018/2/layout/IconVerticalSolidList"/>
    <dgm:cxn modelId="{C2696DBB-A156-488F-AE08-1B031974434C}" type="presParOf" srcId="{D37CB261-92A3-4E78-9256-770E6B6A5B3F}" destId="{F9F800AC-4C5D-45F4-8E5F-59F1F298F4F4}" srcOrd="0" destOrd="0" presId="urn:microsoft.com/office/officeart/2018/2/layout/IconVerticalSolidList"/>
    <dgm:cxn modelId="{76EC4922-1E21-436F-B907-51D64DE151E9}" type="presParOf" srcId="{D37CB261-92A3-4E78-9256-770E6B6A5B3F}" destId="{D2BB697A-DBAF-4C5C-BB54-685429614502}" srcOrd="1" destOrd="0" presId="urn:microsoft.com/office/officeart/2018/2/layout/IconVerticalSolidList"/>
    <dgm:cxn modelId="{9B6A8480-8045-4BEE-ADD0-92A95BBD38C7}" type="presParOf" srcId="{D37CB261-92A3-4E78-9256-770E6B6A5B3F}" destId="{CBB61FFF-5AC9-4DD5-BA77-66F6BFA15A3B}" srcOrd="2" destOrd="0" presId="urn:microsoft.com/office/officeart/2018/2/layout/IconVerticalSolidList"/>
    <dgm:cxn modelId="{BF49B1D2-A9F9-47E5-B5FC-AC4FCE6DC6D7}" type="presParOf" srcId="{D37CB261-92A3-4E78-9256-770E6B6A5B3F}" destId="{09C65F2C-8087-4359-BB1B-F00FDC08A41E}" srcOrd="3" destOrd="0" presId="urn:microsoft.com/office/officeart/2018/2/layout/IconVerticalSolidList"/>
    <dgm:cxn modelId="{23FB7606-4B78-474F-BED0-A622E34EB3A9}" type="presParOf" srcId="{145F8704-5F95-44C2-B7ED-CF10AE59FD98}" destId="{C8CF5C49-F5AE-458D-8354-5C3F743C36E4}" srcOrd="5" destOrd="0" presId="urn:microsoft.com/office/officeart/2018/2/layout/IconVerticalSolidList"/>
    <dgm:cxn modelId="{F2146175-CDC1-4326-B7D6-542C0F23D690}" type="presParOf" srcId="{145F8704-5F95-44C2-B7ED-CF10AE59FD98}" destId="{4ABFFEC1-2222-4322-8119-9F9E07982D8B}" srcOrd="6" destOrd="0" presId="urn:microsoft.com/office/officeart/2018/2/layout/IconVerticalSolidList"/>
    <dgm:cxn modelId="{F5A5BC0C-9C37-46ED-8BF3-9F57E693A8DA}" type="presParOf" srcId="{4ABFFEC1-2222-4322-8119-9F9E07982D8B}" destId="{7056F264-F4A4-4E08-AD75-CB87C2A53F2D}" srcOrd="0" destOrd="0" presId="urn:microsoft.com/office/officeart/2018/2/layout/IconVerticalSolidList"/>
    <dgm:cxn modelId="{B5D38B6A-42E2-48A1-8181-16CDC87303BB}" type="presParOf" srcId="{4ABFFEC1-2222-4322-8119-9F9E07982D8B}" destId="{AB37BDFA-EC89-452A-B728-BE759BF1C858}" srcOrd="1" destOrd="0" presId="urn:microsoft.com/office/officeart/2018/2/layout/IconVerticalSolidList"/>
    <dgm:cxn modelId="{C59AD2B8-0E3F-4A69-841B-8513629AE409}" type="presParOf" srcId="{4ABFFEC1-2222-4322-8119-9F9E07982D8B}" destId="{5C0FB981-C8EE-431E-9D4B-F094F44700D7}" srcOrd="2" destOrd="0" presId="urn:microsoft.com/office/officeart/2018/2/layout/IconVerticalSolidList"/>
    <dgm:cxn modelId="{66B57FE6-4135-49CE-9A07-D1BC11A5C79D}" type="presParOf" srcId="{4ABFFEC1-2222-4322-8119-9F9E07982D8B}" destId="{DF52CA68-9B8F-405E-8297-975A63A5E6B9}" srcOrd="3" destOrd="0" presId="urn:microsoft.com/office/officeart/2018/2/layout/IconVerticalSolidList"/>
    <dgm:cxn modelId="{2A68AA0D-E991-4453-9970-082FBCE3DB68}" type="presParOf" srcId="{145F8704-5F95-44C2-B7ED-CF10AE59FD98}" destId="{6DE51E3E-58D8-4A0F-B9AB-6C3D7FEE5130}" srcOrd="7" destOrd="0" presId="urn:microsoft.com/office/officeart/2018/2/layout/IconVerticalSolidList"/>
    <dgm:cxn modelId="{DE707A12-9BA4-4DCE-AAA9-3ED8C56E176B}" type="presParOf" srcId="{145F8704-5F95-44C2-B7ED-CF10AE59FD98}" destId="{E186EC8C-B5E6-43F0-9C1D-06CDA4786D6E}" srcOrd="8" destOrd="0" presId="urn:microsoft.com/office/officeart/2018/2/layout/IconVerticalSolidList"/>
    <dgm:cxn modelId="{8AE4A0A1-8DAD-461E-A254-1A796745B4F0}" type="presParOf" srcId="{E186EC8C-B5E6-43F0-9C1D-06CDA4786D6E}" destId="{D81192E6-0382-44F6-A8F9-DEEB4248C0CE}" srcOrd="0" destOrd="0" presId="urn:microsoft.com/office/officeart/2018/2/layout/IconVerticalSolidList"/>
    <dgm:cxn modelId="{018FB377-C440-4820-9B68-7BB387DE73C1}" type="presParOf" srcId="{E186EC8C-B5E6-43F0-9C1D-06CDA4786D6E}" destId="{BD6837D0-399D-47A1-983A-9850C4B2A919}" srcOrd="1" destOrd="0" presId="urn:microsoft.com/office/officeart/2018/2/layout/IconVerticalSolidList"/>
    <dgm:cxn modelId="{8DD654B2-5A5A-4D55-AB47-6A4D73553846}" type="presParOf" srcId="{E186EC8C-B5E6-43F0-9C1D-06CDA4786D6E}" destId="{169A02ED-857C-4752-8A1A-F1DAAC5E37B9}" srcOrd="2" destOrd="0" presId="urn:microsoft.com/office/officeart/2018/2/layout/IconVerticalSolidList"/>
    <dgm:cxn modelId="{26C43AC9-F9D5-4A43-A250-3B576986DECE}" type="presParOf" srcId="{E186EC8C-B5E6-43F0-9C1D-06CDA4786D6E}" destId="{371F71AD-2A71-45EE-A8D6-304E837EAC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51B50D7-1F63-4D4C-8129-C25F910BD36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BC0D98F-EAC0-428A-B84B-E09A2C9EDA4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Integrated Raspberry Pi for automated data logging.</a:t>
          </a:r>
          <a:endParaRPr lang="en-US">
            <a:latin typeface="Calibri"/>
            <a:ea typeface="Calibri"/>
            <a:cs typeface="Calibri"/>
          </a:endParaRPr>
        </a:p>
      </dgm:t>
    </dgm:pt>
    <dgm:pt modelId="{8397E787-531A-4F20-9CE7-79F8E676D935}" type="parTrans" cxnId="{626008DA-F3A6-4547-AE52-2532319E0DB8}">
      <dgm:prSet/>
      <dgm:spPr/>
      <dgm:t>
        <a:bodyPr/>
        <a:lstStyle/>
        <a:p>
          <a:endParaRPr lang="en-GB"/>
        </a:p>
      </dgm:t>
    </dgm:pt>
    <dgm:pt modelId="{3D696BA2-3FD7-4A4D-B5BF-69DB091442F3}" type="sibTrans" cxnId="{626008DA-F3A6-4547-AE52-2532319E0DB8}">
      <dgm:prSet/>
      <dgm:spPr/>
      <dgm:t>
        <a:bodyPr/>
        <a:lstStyle/>
        <a:p>
          <a:endParaRPr lang="en-US"/>
        </a:p>
      </dgm:t>
    </dgm:pt>
    <dgm:pt modelId="{A7AFE6C3-CE0A-4310-8B82-85E46123B21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Triggered cloud uploads on Wi-Fi connection.</a:t>
          </a:r>
          <a:endParaRPr lang="en-US">
            <a:latin typeface="Calibri"/>
            <a:ea typeface="Calibri"/>
            <a:cs typeface="Calibri"/>
          </a:endParaRPr>
        </a:p>
      </dgm:t>
    </dgm:pt>
    <dgm:pt modelId="{66F843A2-3720-4F81-A69D-E5A7B0237AEE}" type="parTrans" cxnId="{8506BA9E-6D6E-4750-897B-843A4A017430}">
      <dgm:prSet/>
      <dgm:spPr/>
      <dgm:t>
        <a:bodyPr/>
        <a:lstStyle/>
        <a:p>
          <a:endParaRPr lang="en-GB"/>
        </a:p>
      </dgm:t>
    </dgm:pt>
    <dgm:pt modelId="{CEE3954A-341F-4CE2-91FF-CC41E3A34CCA}" type="sibTrans" cxnId="{8506BA9E-6D6E-4750-897B-843A4A017430}">
      <dgm:prSet/>
      <dgm:spPr/>
      <dgm:t>
        <a:bodyPr/>
        <a:lstStyle/>
        <a:p>
          <a:endParaRPr lang="en-US"/>
        </a:p>
      </dgm:t>
    </dgm:pt>
    <dgm:pt modelId="{76B383C1-B562-4804-983B-5C467A2D7CB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Developed dashboard with admin control over the cloud-based preprocessing pipeline on Hugging Face Spaces.</a:t>
          </a:r>
          <a:endParaRPr lang="en-US">
            <a:latin typeface="Calibri"/>
            <a:ea typeface="Calibri"/>
            <a:cs typeface="Calibri"/>
          </a:endParaRPr>
        </a:p>
      </dgm:t>
    </dgm:pt>
    <dgm:pt modelId="{E177BCE0-A286-4DA6-85BE-755E34B6CF4D}" type="parTrans" cxnId="{B1E59361-F347-4271-9682-17BDF321326C}">
      <dgm:prSet/>
      <dgm:spPr/>
      <dgm:t>
        <a:bodyPr/>
        <a:lstStyle/>
        <a:p>
          <a:endParaRPr lang="en-GB"/>
        </a:p>
      </dgm:t>
    </dgm:pt>
    <dgm:pt modelId="{132556E5-A9FD-402D-8924-07C3C5138226}" type="sibTrans" cxnId="{B1E59361-F347-4271-9682-17BDF321326C}">
      <dgm:prSet/>
      <dgm:spPr/>
      <dgm:t>
        <a:bodyPr/>
        <a:lstStyle/>
        <a:p>
          <a:endParaRPr lang="en-US"/>
        </a:p>
      </dgm:t>
    </dgm:pt>
    <dgm:pt modelId="{4E635A52-266B-404C-9DC8-9FE6E676D858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>
              <a:latin typeface="Calibri"/>
              <a:ea typeface="Calibri"/>
              <a:cs typeface="Calibri"/>
            </a:rPr>
            <a:t>Built unsupervised model (K-Means clustering) to categorize driving behavior.</a:t>
          </a:r>
          <a:endParaRPr lang="en-US" sz="2000" dirty="0">
            <a:latin typeface="Calibri"/>
            <a:ea typeface="Calibri"/>
            <a:cs typeface="Calibri"/>
          </a:endParaRPr>
        </a:p>
      </dgm:t>
    </dgm:pt>
    <dgm:pt modelId="{76F7AD6F-57E4-4601-883A-EE9BC0CFEB19}" type="parTrans" cxnId="{E6112A78-6501-45ED-8FCB-2316F258543D}">
      <dgm:prSet/>
      <dgm:spPr/>
      <dgm:t>
        <a:bodyPr/>
        <a:lstStyle/>
        <a:p>
          <a:endParaRPr lang="en-GB"/>
        </a:p>
      </dgm:t>
    </dgm:pt>
    <dgm:pt modelId="{5AA4FE86-115F-40CD-AF72-69927CA06D4F}" type="sibTrans" cxnId="{E6112A78-6501-45ED-8FCB-2316F258543D}">
      <dgm:prSet/>
      <dgm:spPr/>
      <dgm:t>
        <a:bodyPr/>
        <a:lstStyle/>
        <a:p>
          <a:endParaRPr lang="en-US"/>
        </a:p>
      </dgm:t>
    </dgm:pt>
    <dgm:pt modelId="{3D6032EF-7782-431F-8E0F-2F40A4F4F200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0" i="0" baseline="0" dirty="0">
              <a:latin typeface="Calibri"/>
              <a:ea typeface="Calibri"/>
              <a:cs typeface="Calibri"/>
            </a:rPr>
            <a:t>Feature engineered dataset.</a:t>
          </a:r>
          <a:endParaRPr lang="en-US" sz="1500" dirty="0">
            <a:latin typeface="Calibri"/>
            <a:ea typeface="Calibri"/>
            <a:cs typeface="Calibri"/>
          </a:endParaRPr>
        </a:p>
      </dgm:t>
    </dgm:pt>
    <dgm:pt modelId="{99EF44A6-E041-4B53-BAD3-F39526952871}" type="parTrans" cxnId="{5F479845-6541-47EA-B252-2C9DE2F79EEF}">
      <dgm:prSet/>
      <dgm:spPr/>
      <dgm:t>
        <a:bodyPr/>
        <a:lstStyle/>
        <a:p>
          <a:endParaRPr lang="en-GB"/>
        </a:p>
      </dgm:t>
    </dgm:pt>
    <dgm:pt modelId="{2498B3E8-213E-4D3A-841B-5A996D4A76EA}" type="sibTrans" cxnId="{5F479845-6541-47EA-B252-2C9DE2F79EEF}">
      <dgm:prSet/>
      <dgm:spPr/>
      <dgm:t>
        <a:bodyPr/>
        <a:lstStyle/>
        <a:p>
          <a:endParaRPr lang="en-US"/>
        </a:p>
      </dgm:t>
    </dgm:pt>
    <dgm:pt modelId="{2DF5AE2D-90AC-4247-8D17-331F75798F42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0" i="0" baseline="0" dirty="0">
              <a:latin typeface="Calibri"/>
              <a:ea typeface="Calibri"/>
              <a:cs typeface="Calibri"/>
            </a:rPr>
            <a:t>Evaluated clusters against manually tagged sessions.</a:t>
          </a:r>
        </a:p>
      </dgm:t>
    </dgm:pt>
    <dgm:pt modelId="{658221D9-40C1-45EE-96FD-3A041F9381EE}" type="parTrans" cxnId="{E210EF05-EDBD-489B-A557-79F86F252DAD}">
      <dgm:prSet/>
      <dgm:spPr/>
      <dgm:t>
        <a:bodyPr/>
        <a:lstStyle/>
        <a:p>
          <a:endParaRPr lang="en-GB"/>
        </a:p>
      </dgm:t>
    </dgm:pt>
    <dgm:pt modelId="{58D52264-E8FD-4770-9FAC-99A468D810F8}" type="sibTrans" cxnId="{E210EF05-EDBD-489B-A557-79F86F252DAD}">
      <dgm:prSet/>
      <dgm:spPr/>
      <dgm:t>
        <a:bodyPr/>
        <a:lstStyle/>
        <a:p>
          <a:endParaRPr lang="en-US"/>
        </a:p>
      </dgm:t>
    </dgm:pt>
    <dgm:pt modelId="{CA0CE23B-E34C-4ACB-93C1-97224389CF25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0" i="0" baseline="0" dirty="0">
              <a:latin typeface="Calibri"/>
              <a:ea typeface="Calibri"/>
              <a:cs typeface="Calibri"/>
            </a:rPr>
            <a:t>Testing and automation of clustering pipeline in progress.</a:t>
          </a:r>
          <a:endParaRPr lang="en-US" sz="1500" dirty="0">
            <a:latin typeface="Calibri"/>
            <a:ea typeface="Calibri"/>
            <a:cs typeface="Calibri"/>
          </a:endParaRPr>
        </a:p>
      </dgm:t>
    </dgm:pt>
    <dgm:pt modelId="{BB84DFD2-A5B1-43BD-93BD-080A3DC798BC}" type="parTrans" cxnId="{9DFCCB21-CE1D-44E1-951F-93C5BA5C6CDB}">
      <dgm:prSet/>
      <dgm:spPr/>
      <dgm:t>
        <a:bodyPr/>
        <a:lstStyle/>
        <a:p>
          <a:endParaRPr lang="en-GB"/>
        </a:p>
      </dgm:t>
    </dgm:pt>
    <dgm:pt modelId="{44E46858-5CB3-471B-8916-64D9C570B3AB}" type="sibTrans" cxnId="{9DFCCB21-CE1D-44E1-951F-93C5BA5C6CDB}">
      <dgm:prSet/>
      <dgm:spPr/>
      <dgm:t>
        <a:bodyPr/>
        <a:lstStyle/>
        <a:p>
          <a:endParaRPr lang="en-US"/>
        </a:p>
      </dgm:t>
    </dgm:pt>
    <dgm:pt modelId="{0A1DFE62-2D54-4E55-BAA1-3C95544C90A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Initial ML Prototyping for Predictive Maintenance</a:t>
          </a:r>
        </a:p>
      </dgm:t>
    </dgm:pt>
    <dgm:pt modelId="{22ACE1F6-E20A-416D-8DEF-9EA0D755C4ED}" type="parTrans" cxnId="{FE7FBDA2-C027-48D2-B295-1EE017D7ACE5}">
      <dgm:prSet/>
      <dgm:spPr/>
      <dgm:t>
        <a:bodyPr/>
        <a:lstStyle/>
        <a:p>
          <a:endParaRPr lang="en-GB"/>
        </a:p>
      </dgm:t>
    </dgm:pt>
    <dgm:pt modelId="{73D74180-9D89-4692-A7B4-21D16324E7B1}" type="sibTrans" cxnId="{FE7FBDA2-C027-48D2-B295-1EE017D7ACE5}">
      <dgm:prSet/>
      <dgm:spPr/>
      <dgm:t>
        <a:bodyPr/>
        <a:lstStyle/>
        <a:p>
          <a:endParaRPr lang="en-US"/>
        </a:p>
      </dgm:t>
    </dgm:pt>
    <dgm:pt modelId="{145F8704-5F95-44C2-B7ED-CF10AE59FD98}" type="pres">
      <dgm:prSet presAssocID="{551B50D7-1F63-4D4C-8129-C25F910BD36C}" presName="root" presStyleCnt="0">
        <dgm:presLayoutVars>
          <dgm:dir/>
          <dgm:resizeHandles val="exact"/>
        </dgm:presLayoutVars>
      </dgm:prSet>
      <dgm:spPr/>
    </dgm:pt>
    <dgm:pt modelId="{ACA9463F-BB33-4791-99D2-29FB3A1B0883}" type="pres">
      <dgm:prSet presAssocID="{0BC0D98F-EAC0-428A-B84B-E09A2C9EDA49}" presName="compNode" presStyleCnt="0"/>
      <dgm:spPr/>
    </dgm:pt>
    <dgm:pt modelId="{789EFF5B-BA0A-4E82-8B51-4C7DDB02CE21}" type="pres">
      <dgm:prSet presAssocID="{0BC0D98F-EAC0-428A-B84B-E09A2C9EDA49}" presName="bgRect" presStyleLbl="bgShp" presStyleIdx="0" presStyleCnt="5"/>
      <dgm:spPr/>
    </dgm:pt>
    <dgm:pt modelId="{D2E15B36-124A-44CF-BAD0-B660E86C5FE4}" type="pres">
      <dgm:prSet presAssocID="{0BC0D98F-EAC0-428A-B84B-E09A2C9EDA4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EAAF562-FC94-4D82-95CB-EFEDABF2831E}" type="pres">
      <dgm:prSet presAssocID="{0BC0D98F-EAC0-428A-B84B-E09A2C9EDA49}" presName="spaceRect" presStyleCnt="0"/>
      <dgm:spPr/>
    </dgm:pt>
    <dgm:pt modelId="{759C8CBE-8CB4-4E74-92CD-F0B6BFD6A232}" type="pres">
      <dgm:prSet presAssocID="{0BC0D98F-EAC0-428A-B84B-E09A2C9EDA49}" presName="parTx" presStyleLbl="revTx" presStyleIdx="0" presStyleCnt="6">
        <dgm:presLayoutVars>
          <dgm:chMax val="0"/>
          <dgm:chPref val="0"/>
        </dgm:presLayoutVars>
      </dgm:prSet>
      <dgm:spPr/>
    </dgm:pt>
    <dgm:pt modelId="{CE718E9B-DF3C-4668-964C-2E4C689B7F43}" type="pres">
      <dgm:prSet presAssocID="{3D696BA2-3FD7-4A4D-B5BF-69DB091442F3}" presName="sibTrans" presStyleCnt="0"/>
      <dgm:spPr/>
    </dgm:pt>
    <dgm:pt modelId="{7FB09356-8179-4A26-B865-94FE99CBD3DD}" type="pres">
      <dgm:prSet presAssocID="{A7AFE6C3-CE0A-4310-8B82-85E46123B21F}" presName="compNode" presStyleCnt="0"/>
      <dgm:spPr/>
    </dgm:pt>
    <dgm:pt modelId="{3F767DB1-BE7C-4EAB-AFE3-B5BF3E690DFB}" type="pres">
      <dgm:prSet presAssocID="{A7AFE6C3-CE0A-4310-8B82-85E46123B21F}" presName="bgRect" presStyleLbl="bgShp" presStyleIdx="1" presStyleCnt="5"/>
      <dgm:spPr/>
    </dgm:pt>
    <dgm:pt modelId="{87709317-7144-45AA-B456-0AF6364D8E1D}" type="pres">
      <dgm:prSet presAssocID="{A7AFE6C3-CE0A-4310-8B82-85E46123B21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EC55565-BC73-4AA5-B88F-90FBAF3F6533}" type="pres">
      <dgm:prSet presAssocID="{A7AFE6C3-CE0A-4310-8B82-85E46123B21F}" presName="spaceRect" presStyleCnt="0"/>
      <dgm:spPr/>
    </dgm:pt>
    <dgm:pt modelId="{5B00A697-F7D1-430F-9FF2-88AD62101F7A}" type="pres">
      <dgm:prSet presAssocID="{A7AFE6C3-CE0A-4310-8B82-85E46123B21F}" presName="parTx" presStyleLbl="revTx" presStyleIdx="1" presStyleCnt="6">
        <dgm:presLayoutVars>
          <dgm:chMax val="0"/>
          <dgm:chPref val="0"/>
        </dgm:presLayoutVars>
      </dgm:prSet>
      <dgm:spPr/>
    </dgm:pt>
    <dgm:pt modelId="{EB495077-D8F4-4233-BE8E-D2A963A8583E}" type="pres">
      <dgm:prSet presAssocID="{CEE3954A-341F-4CE2-91FF-CC41E3A34CCA}" presName="sibTrans" presStyleCnt="0"/>
      <dgm:spPr/>
    </dgm:pt>
    <dgm:pt modelId="{D37CB261-92A3-4E78-9256-770E6B6A5B3F}" type="pres">
      <dgm:prSet presAssocID="{76B383C1-B562-4804-983B-5C467A2D7CB3}" presName="compNode" presStyleCnt="0"/>
      <dgm:spPr/>
    </dgm:pt>
    <dgm:pt modelId="{F9F800AC-4C5D-45F4-8E5F-59F1F298F4F4}" type="pres">
      <dgm:prSet presAssocID="{76B383C1-B562-4804-983B-5C467A2D7CB3}" presName="bgRect" presStyleLbl="bgShp" presStyleIdx="2" presStyleCnt="5"/>
      <dgm:spPr/>
    </dgm:pt>
    <dgm:pt modelId="{D2BB697A-DBAF-4C5C-BB54-685429614502}" type="pres">
      <dgm:prSet presAssocID="{76B383C1-B562-4804-983B-5C467A2D7CB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BB61FFF-5AC9-4DD5-BA77-66F6BFA15A3B}" type="pres">
      <dgm:prSet presAssocID="{76B383C1-B562-4804-983B-5C467A2D7CB3}" presName="spaceRect" presStyleCnt="0"/>
      <dgm:spPr/>
    </dgm:pt>
    <dgm:pt modelId="{09C65F2C-8087-4359-BB1B-F00FDC08A41E}" type="pres">
      <dgm:prSet presAssocID="{76B383C1-B562-4804-983B-5C467A2D7CB3}" presName="parTx" presStyleLbl="revTx" presStyleIdx="2" presStyleCnt="6">
        <dgm:presLayoutVars>
          <dgm:chMax val="0"/>
          <dgm:chPref val="0"/>
        </dgm:presLayoutVars>
      </dgm:prSet>
      <dgm:spPr/>
    </dgm:pt>
    <dgm:pt modelId="{C8CF5C49-F5AE-458D-8354-5C3F743C36E4}" type="pres">
      <dgm:prSet presAssocID="{132556E5-A9FD-402D-8924-07C3C5138226}" presName="sibTrans" presStyleCnt="0"/>
      <dgm:spPr/>
    </dgm:pt>
    <dgm:pt modelId="{4ABFFEC1-2222-4322-8119-9F9E07982D8B}" type="pres">
      <dgm:prSet presAssocID="{4E635A52-266B-404C-9DC8-9FE6E676D858}" presName="compNode" presStyleCnt="0"/>
      <dgm:spPr/>
    </dgm:pt>
    <dgm:pt modelId="{7056F264-F4A4-4E08-AD75-CB87C2A53F2D}" type="pres">
      <dgm:prSet presAssocID="{4E635A52-266B-404C-9DC8-9FE6E676D858}" presName="bgRect" presStyleLbl="bgShp" presStyleIdx="3" presStyleCnt="5" custScaleY="255380"/>
      <dgm:spPr/>
    </dgm:pt>
    <dgm:pt modelId="{AB37BDFA-EC89-452A-B728-BE759BF1C858}" type="pres">
      <dgm:prSet presAssocID="{4E635A52-266B-404C-9DC8-9FE6E676D85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C0FB981-C8EE-431E-9D4B-F094F44700D7}" type="pres">
      <dgm:prSet presAssocID="{4E635A52-266B-404C-9DC8-9FE6E676D858}" presName="spaceRect" presStyleCnt="0"/>
      <dgm:spPr/>
    </dgm:pt>
    <dgm:pt modelId="{DF52CA68-9B8F-405E-8297-975A63A5E6B9}" type="pres">
      <dgm:prSet presAssocID="{4E635A52-266B-404C-9DC8-9FE6E676D858}" presName="parTx" presStyleLbl="revTx" presStyleIdx="3" presStyleCnt="6">
        <dgm:presLayoutVars>
          <dgm:chMax val="0"/>
          <dgm:chPref val="0"/>
        </dgm:presLayoutVars>
      </dgm:prSet>
      <dgm:spPr/>
    </dgm:pt>
    <dgm:pt modelId="{08DBD081-6377-4193-8AAD-9D1EABFE178F}" type="pres">
      <dgm:prSet presAssocID="{4E635A52-266B-404C-9DC8-9FE6E676D858}" presName="desTx" presStyleLbl="revTx" presStyleIdx="4" presStyleCnt="6">
        <dgm:presLayoutVars/>
      </dgm:prSet>
      <dgm:spPr/>
    </dgm:pt>
    <dgm:pt modelId="{6DE51E3E-58D8-4A0F-B9AB-6C3D7FEE5130}" type="pres">
      <dgm:prSet presAssocID="{5AA4FE86-115F-40CD-AF72-69927CA06D4F}" presName="sibTrans" presStyleCnt="0"/>
      <dgm:spPr/>
    </dgm:pt>
    <dgm:pt modelId="{E186EC8C-B5E6-43F0-9C1D-06CDA4786D6E}" type="pres">
      <dgm:prSet presAssocID="{0A1DFE62-2D54-4E55-BAA1-3C95544C90AE}" presName="compNode" presStyleCnt="0"/>
      <dgm:spPr/>
    </dgm:pt>
    <dgm:pt modelId="{D81192E6-0382-44F6-A8F9-DEEB4248C0CE}" type="pres">
      <dgm:prSet presAssocID="{0A1DFE62-2D54-4E55-BAA1-3C95544C90AE}" presName="bgRect" presStyleLbl="bgShp" presStyleIdx="4" presStyleCnt="5"/>
      <dgm:spPr/>
    </dgm:pt>
    <dgm:pt modelId="{BD6837D0-399D-47A1-983A-9850C4B2A919}" type="pres">
      <dgm:prSet presAssocID="{0A1DFE62-2D54-4E55-BAA1-3C95544C90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69A02ED-857C-4752-8A1A-F1DAAC5E37B9}" type="pres">
      <dgm:prSet presAssocID="{0A1DFE62-2D54-4E55-BAA1-3C95544C90AE}" presName="spaceRect" presStyleCnt="0"/>
      <dgm:spPr/>
    </dgm:pt>
    <dgm:pt modelId="{371F71AD-2A71-45EE-A8D6-304E837EAC47}" type="pres">
      <dgm:prSet presAssocID="{0A1DFE62-2D54-4E55-BAA1-3C95544C90A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9C9A603-EF30-40F6-8F26-51E4221DDF0D}" type="presOf" srcId="{0BC0D98F-EAC0-428A-B84B-E09A2C9EDA49}" destId="{759C8CBE-8CB4-4E74-92CD-F0B6BFD6A232}" srcOrd="0" destOrd="0" presId="urn:microsoft.com/office/officeart/2018/2/layout/IconVerticalSolidList"/>
    <dgm:cxn modelId="{E210EF05-EDBD-489B-A557-79F86F252DAD}" srcId="{4E635A52-266B-404C-9DC8-9FE6E676D858}" destId="{2DF5AE2D-90AC-4247-8D17-331F75798F42}" srcOrd="1" destOrd="0" parTransId="{658221D9-40C1-45EE-96FD-3A041F9381EE}" sibTransId="{58D52264-E8FD-4770-9FAC-99A468D810F8}"/>
    <dgm:cxn modelId="{3FAF1610-0A0E-4EFA-A8B8-2BDCA7333883}" type="presOf" srcId="{A7AFE6C3-CE0A-4310-8B82-85E46123B21F}" destId="{5B00A697-F7D1-430F-9FF2-88AD62101F7A}" srcOrd="0" destOrd="0" presId="urn:microsoft.com/office/officeart/2018/2/layout/IconVerticalSolidList"/>
    <dgm:cxn modelId="{9B89B515-2BC3-4C6E-A87C-A8BE0463405C}" type="presOf" srcId="{4E635A52-266B-404C-9DC8-9FE6E676D858}" destId="{DF52CA68-9B8F-405E-8297-975A63A5E6B9}" srcOrd="0" destOrd="0" presId="urn:microsoft.com/office/officeart/2018/2/layout/IconVerticalSolidList"/>
    <dgm:cxn modelId="{9DFCCB21-CE1D-44E1-951F-93C5BA5C6CDB}" srcId="{4E635A52-266B-404C-9DC8-9FE6E676D858}" destId="{CA0CE23B-E34C-4ACB-93C1-97224389CF25}" srcOrd="2" destOrd="0" parTransId="{BB84DFD2-A5B1-43BD-93BD-080A3DC798BC}" sibTransId="{44E46858-5CB3-471B-8916-64D9C570B3AB}"/>
    <dgm:cxn modelId="{5F479845-6541-47EA-B252-2C9DE2F79EEF}" srcId="{4E635A52-266B-404C-9DC8-9FE6E676D858}" destId="{3D6032EF-7782-431F-8E0F-2F40A4F4F200}" srcOrd="0" destOrd="0" parTransId="{99EF44A6-E041-4B53-BAD3-F39526952871}" sibTransId="{2498B3E8-213E-4D3A-841B-5A996D4A76EA}"/>
    <dgm:cxn modelId="{B1E59361-F347-4271-9682-17BDF321326C}" srcId="{551B50D7-1F63-4D4C-8129-C25F910BD36C}" destId="{76B383C1-B562-4804-983B-5C467A2D7CB3}" srcOrd="2" destOrd="0" parTransId="{E177BCE0-A286-4DA6-85BE-755E34B6CF4D}" sibTransId="{132556E5-A9FD-402D-8924-07C3C5138226}"/>
    <dgm:cxn modelId="{872B7971-62BF-4174-9FE0-5513F3A27C84}" type="presOf" srcId="{551B50D7-1F63-4D4C-8129-C25F910BD36C}" destId="{145F8704-5F95-44C2-B7ED-CF10AE59FD98}" srcOrd="0" destOrd="0" presId="urn:microsoft.com/office/officeart/2018/2/layout/IconVerticalSolidList"/>
    <dgm:cxn modelId="{E6112A78-6501-45ED-8FCB-2316F258543D}" srcId="{551B50D7-1F63-4D4C-8129-C25F910BD36C}" destId="{4E635A52-266B-404C-9DC8-9FE6E676D858}" srcOrd="3" destOrd="0" parTransId="{76F7AD6F-57E4-4601-883A-EE9BC0CFEB19}" sibTransId="{5AA4FE86-115F-40CD-AF72-69927CA06D4F}"/>
    <dgm:cxn modelId="{03E27E8D-68E2-4A90-9C5F-BDB962DFA20F}" type="presOf" srcId="{0A1DFE62-2D54-4E55-BAA1-3C95544C90AE}" destId="{371F71AD-2A71-45EE-A8D6-304E837EAC47}" srcOrd="0" destOrd="0" presId="urn:microsoft.com/office/officeart/2018/2/layout/IconVerticalSolidList"/>
    <dgm:cxn modelId="{BCEA5493-4DF5-40A9-A5FC-6FE951C97DF6}" type="presOf" srcId="{3D6032EF-7782-431F-8E0F-2F40A4F4F200}" destId="{08DBD081-6377-4193-8AAD-9D1EABFE178F}" srcOrd="0" destOrd="0" presId="urn:microsoft.com/office/officeart/2018/2/layout/IconVerticalSolidList"/>
    <dgm:cxn modelId="{8506BA9E-6D6E-4750-897B-843A4A017430}" srcId="{551B50D7-1F63-4D4C-8129-C25F910BD36C}" destId="{A7AFE6C3-CE0A-4310-8B82-85E46123B21F}" srcOrd="1" destOrd="0" parTransId="{66F843A2-3720-4F81-A69D-E5A7B0237AEE}" sibTransId="{CEE3954A-341F-4CE2-91FF-CC41E3A34CCA}"/>
    <dgm:cxn modelId="{FE7FBDA2-C027-48D2-B295-1EE017D7ACE5}" srcId="{551B50D7-1F63-4D4C-8129-C25F910BD36C}" destId="{0A1DFE62-2D54-4E55-BAA1-3C95544C90AE}" srcOrd="4" destOrd="0" parTransId="{22ACE1F6-E20A-416D-8DEF-9EA0D755C4ED}" sibTransId="{73D74180-9D89-4692-A7B4-21D16324E7B1}"/>
    <dgm:cxn modelId="{626008DA-F3A6-4547-AE52-2532319E0DB8}" srcId="{551B50D7-1F63-4D4C-8129-C25F910BD36C}" destId="{0BC0D98F-EAC0-428A-B84B-E09A2C9EDA49}" srcOrd="0" destOrd="0" parTransId="{8397E787-531A-4F20-9CE7-79F8E676D935}" sibTransId="{3D696BA2-3FD7-4A4D-B5BF-69DB091442F3}"/>
    <dgm:cxn modelId="{9E0896DE-6F96-46E9-888E-2B1EC5F22328}" type="presOf" srcId="{76B383C1-B562-4804-983B-5C467A2D7CB3}" destId="{09C65F2C-8087-4359-BB1B-F00FDC08A41E}" srcOrd="0" destOrd="0" presId="urn:microsoft.com/office/officeart/2018/2/layout/IconVerticalSolidList"/>
    <dgm:cxn modelId="{DA6B6BF3-DEEC-4513-8D28-BEBDF3EF4F36}" type="presOf" srcId="{2DF5AE2D-90AC-4247-8D17-331F75798F42}" destId="{08DBD081-6377-4193-8AAD-9D1EABFE178F}" srcOrd="0" destOrd="1" presId="urn:microsoft.com/office/officeart/2018/2/layout/IconVerticalSolidList"/>
    <dgm:cxn modelId="{759D1CFE-AEF7-4597-9B32-FA3CB5E5F258}" type="presOf" srcId="{CA0CE23B-E34C-4ACB-93C1-97224389CF25}" destId="{08DBD081-6377-4193-8AAD-9D1EABFE178F}" srcOrd="0" destOrd="2" presId="urn:microsoft.com/office/officeart/2018/2/layout/IconVerticalSolidList"/>
    <dgm:cxn modelId="{66020AA8-00BF-4886-B5A4-DA3F2484047E}" type="presParOf" srcId="{145F8704-5F95-44C2-B7ED-CF10AE59FD98}" destId="{ACA9463F-BB33-4791-99D2-29FB3A1B0883}" srcOrd="0" destOrd="0" presId="urn:microsoft.com/office/officeart/2018/2/layout/IconVerticalSolidList"/>
    <dgm:cxn modelId="{DE5F3F59-DFD3-43AB-981B-F72E56849198}" type="presParOf" srcId="{ACA9463F-BB33-4791-99D2-29FB3A1B0883}" destId="{789EFF5B-BA0A-4E82-8B51-4C7DDB02CE21}" srcOrd="0" destOrd="0" presId="urn:microsoft.com/office/officeart/2018/2/layout/IconVerticalSolidList"/>
    <dgm:cxn modelId="{FD6A11C7-2E9F-45C1-8146-3DA9E9D5714E}" type="presParOf" srcId="{ACA9463F-BB33-4791-99D2-29FB3A1B0883}" destId="{D2E15B36-124A-44CF-BAD0-B660E86C5FE4}" srcOrd="1" destOrd="0" presId="urn:microsoft.com/office/officeart/2018/2/layout/IconVerticalSolidList"/>
    <dgm:cxn modelId="{1AD8A49C-82E5-4ED4-A229-4C62E1A0F6D7}" type="presParOf" srcId="{ACA9463F-BB33-4791-99D2-29FB3A1B0883}" destId="{CEAAF562-FC94-4D82-95CB-EFEDABF2831E}" srcOrd="2" destOrd="0" presId="urn:microsoft.com/office/officeart/2018/2/layout/IconVerticalSolidList"/>
    <dgm:cxn modelId="{5B316E45-40D5-4EE7-9F13-7136048BE421}" type="presParOf" srcId="{ACA9463F-BB33-4791-99D2-29FB3A1B0883}" destId="{759C8CBE-8CB4-4E74-92CD-F0B6BFD6A232}" srcOrd="3" destOrd="0" presId="urn:microsoft.com/office/officeart/2018/2/layout/IconVerticalSolidList"/>
    <dgm:cxn modelId="{030A5FC5-8937-43BD-83B4-2B99E728C828}" type="presParOf" srcId="{145F8704-5F95-44C2-B7ED-CF10AE59FD98}" destId="{CE718E9B-DF3C-4668-964C-2E4C689B7F43}" srcOrd="1" destOrd="0" presId="urn:microsoft.com/office/officeart/2018/2/layout/IconVerticalSolidList"/>
    <dgm:cxn modelId="{856DB534-883B-42E1-B474-D0859747FFB3}" type="presParOf" srcId="{145F8704-5F95-44C2-B7ED-CF10AE59FD98}" destId="{7FB09356-8179-4A26-B865-94FE99CBD3DD}" srcOrd="2" destOrd="0" presId="urn:microsoft.com/office/officeart/2018/2/layout/IconVerticalSolidList"/>
    <dgm:cxn modelId="{F742B29D-DD76-47CA-B73D-7CEB1759CC02}" type="presParOf" srcId="{7FB09356-8179-4A26-B865-94FE99CBD3DD}" destId="{3F767DB1-BE7C-4EAB-AFE3-B5BF3E690DFB}" srcOrd="0" destOrd="0" presId="urn:microsoft.com/office/officeart/2018/2/layout/IconVerticalSolidList"/>
    <dgm:cxn modelId="{71393AB6-DD6C-4715-AB10-7BA23FA61C45}" type="presParOf" srcId="{7FB09356-8179-4A26-B865-94FE99CBD3DD}" destId="{87709317-7144-45AA-B456-0AF6364D8E1D}" srcOrd="1" destOrd="0" presId="urn:microsoft.com/office/officeart/2018/2/layout/IconVerticalSolidList"/>
    <dgm:cxn modelId="{0C9A85F2-FD67-4917-BB5C-D8F876033E08}" type="presParOf" srcId="{7FB09356-8179-4A26-B865-94FE99CBD3DD}" destId="{DEC55565-BC73-4AA5-B88F-90FBAF3F6533}" srcOrd="2" destOrd="0" presId="urn:microsoft.com/office/officeart/2018/2/layout/IconVerticalSolidList"/>
    <dgm:cxn modelId="{0788E083-F397-4C35-A0B1-1F6742D3A7B4}" type="presParOf" srcId="{7FB09356-8179-4A26-B865-94FE99CBD3DD}" destId="{5B00A697-F7D1-430F-9FF2-88AD62101F7A}" srcOrd="3" destOrd="0" presId="urn:microsoft.com/office/officeart/2018/2/layout/IconVerticalSolidList"/>
    <dgm:cxn modelId="{F8C4B041-DA20-41AB-814A-FDD58772DD2F}" type="presParOf" srcId="{145F8704-5F95-44C2-B7ED-CF10AE59FD98}" destId="{EB495077-D8F4-4233-BE8E-D2A963A8583E}" srcOrd="3" destOrd="0" presId="urn:microsoft.com/office/officeart/2018/2/layout/IconVerticalSolidList"/>
    <dgm:cxn modelId="{A17CAFF1-9EEC-4C67-BBB8-2AA0D5708E8C}" type="presParOf" srcId="{145F8704-5F95-44C2-B7ED-CF10AE59FD98}" destId="{D37CB261-92A3-4E78-9256-770E6B6A5B3F}" srcOrd="4" destOrd="0" presId="urn:microsoft.com/office/officeart/2018/2/layout/IconVerticalSolidList"/>
    <dgm:cxn modelId="{C2696DBB-A156-488F-AE08-1B031974434C}" type="presParOf" srcId="{D37CB261-92A3-4E78-9256-770E6B6A5B3F}" destId="{F9F800AC-4C5D-45F4-8E5F-59F1F298F4F4}" srcOrd="0" destOrd="0" presId="urn:microsoft.com/office/officeart/2018/2/layout/IconVerticalSolidList"/>
    <dgm:cxn modelId="{76EC4922-1E21-436F-B907-51D64DE151E9}" type="presParOf" srcId="{D37CB261-92A3-4E78-9256-770E6B6A5B3F}" destId="{D2BB697A-DBAF-4C5C-BB54-685429614502}" srcOrd="1" destOrd="0" presId="urn:microsoft.com/office/officeart/2018/2/layout/IconVerticalSolidList"/>
    <dgm:cxn modelId="{9B6A8480-8045-4BEE-ADD0-92A95BBD38C7}" type="presParOf" srcId="{D37CB261-92A3-4E78-9256-770E6B6A5B3F}" destId="{CBB61FFF-5AC9-4DD5-BA77-66F6BFA15A3B}" srcOrd="2" destOrd="0" presId="urn:microsoft.com/office/officeart/2018/2/layout/IconVerticalSolidList"/>
    <dgm:cxn modelId="{BF49B1D2-A9F9-47E5-B5FC-AC4FCE6DC6D7}" type="presParOf" srcId="{D37CB261-92A3-4E78-9256-770E6B6A5B3F}" destId="{09C65F2C-8087-4359-BB1B-F00FDC08A41E}" srcOrd="3" destOrd="0" presId="urn:microsoft.com/office/officeart/2018/2/layout/IconVerticalSolidList"/>
    <dgm:cxn modelId="{23FB7606-4B78-474F-BED0-A622E34EB3A9}" type="presParOf" srcId="{145F8704-5F95-44C2-B7ED-CF10AE59FD98}" destId="{C8CF5C49-F5AE-458D-8354-5C3F743C36E4}" srcOrd="5" destOrd="0" presId="urn:microsoft.com/office/officeart/2018/2/layout/IconVerticalSolidList"/>
    <dgm:cxn modelId="{F2146175-CDC1-4326-B7D6-542C0F23D690}" type="presParOf" srcId="{145F8704-5F95-44C2-B7ED-CF10AE59FD98}" destId="{4ABFFEC1-2222-4322-8119-9F9E07982D8B}" srcOrd="6" destOrd="0" presId="urn:microsoft.com/office/officeart/2018/2/layout/IconVerticalSolidList"/>
    <dgm:cxn modelId="{F5A5BC0C-9C37-46ED-8BF3-9F57E693A8DA}" type="presParOf" srcId="{4ABFFEC1-2222-4322-8119-9F9E07982D8B}" destId="{7056F264-F4A4-4E08-AD75-CB87C2A53F2D}" srcOrd="0" destOrd="0" presId="urn:microsoft.com/office/officeart/2018/2/layout/IconVerticalSolidList"/>
    <dgm:cxn modelId="{B5D38B6A-42E2-48A1-8181-16CDC87303BB}" type="presParOf" srcId="{4ABFFEC1-2222-4322-8119-9F9E07982D8B}" destId="{AB37BDFA-EC89-452A-B728-BE759BF1C858}" srcOrd="1" destOrd="0" presId="urn:microsoft.com/office/officeart/2018/2/layout/IconVerticalSolidList"/>
    <dgm:cxn modelId="{C59AD2B8-0E3F-4A69-841B-8513629AE409}" type="presParOf" srcId="{4ABFFEC1-2222-4322-8119-9F9E07982D8B}" destId="{5C0FB981-C8EE-431E-9D4B-F094F44700D7}" srcOrd="2" destOrd="0" presId="urn:microsoft.com/office/officeart/2018/2/layout/IconVerticalSolidList"/>
    <dgm:cxn modelId="{66B57FE6-4135-49CE-9A07-D1BC11A5C79D}" type="presParOf" srcId="{4ABFFEC1-2222-4322-8119-9F9E07982D8B}" destId="{DF52CA68-9B8F-405E-8297-975A63A5E6B9}" srcOrd="3" destOrd="0" presId="urn:microsoft.com/office/officeart/2018/2/layout/IconVerticalSolidList"/>
    <dgm:cxn modelId="{558ABB03-17CB-4DBE-A4B5-F13272EBEE0C}" type="presParOf" srcId="{4ABFFEC1-2222-4322-8119-9F9E07982D8B}" destId="{08DBD081-6377-4193-8AAD-9D1EABFE178F}" srcOrd="4" destOrd="0" presId="urn:microsoft.com/office/officeart/2018/2/layout/IconVerticalSolidList"/>
    <dgm:cxn modelId="{2A68AA0D-E991-4453-9970-082FBCE3DB68}" type="presParOf" srcId="{145F8704-5F95-44C2-B7ED-CF10AE59FD98}" destId="{6DE51E3E-58D8-4A0F-B9AB-6C3D7FEE5130}" srcOrd="7" destOrd="0" presId="urn:microsoft.com/office/officeart/2018/2/layout/IconVerticalSolidList"/>
    <dgm:cxn modelId="{DE707A12-9BA4-4DCE-AAA9-3ED8C56E176B}" type="presParOf" srcId="{145F8704-5F95-44C2-B7ED-CF10AE59FD98}" destId="{E186EC8C-B5E6-43F0-9C1D-06CDA4786D6E}" srcOrd="8" destOrd="0" presId="urn:microsoft.com/office/officeart/2018/2/layout/IconVerticalSolidList"/>
    <dgm:cxn modelId="{8AE4A0A1-8DAD-461E-A254-1A796745B4F0}" type="presParOf" srcId="{E186EC8C-B5E6-43F0-9C1D-06CDA4786D6E}" destId="{D81192E6-0382-44F6-A8F9-DEEB4248C0CE}" srcOrd="0" destOrd="0" presId="urn:microsoft.com/office/officeart/2018/2/layout/IconVerticalSolidList"/>
    <dgm:cxn modelId="{018FB377-C440-4820-9B68-7BB387DE73C1}" type="presParOf" srcId="{E186EC8C-B5E6-43F0-9C1D-06CDA4786D6E}" destId="{BD6837D0-399D-47A1-983A-9850C4B2A919}" srcOrd="1" destOrd="0" presId="urn:microsoft.com/office/officeart/2018/2/layout/IconVerticalSolidList"/>
    <dgm:cxn modelId="{8DD654B2-5A5A-4D55-AB47-6A4D73553846}" type="presParOf" srcId="{E186EC8C-B5E6-43F0-9C1D-06CDA4786D6E}" destId="{169A02ED-857C-4752-8A1A-F1DAAC5E37B9}" srcOrd="2" destOrd="0" presId="urn:microsoft.com/office/officeart/2018/2/layout/IconVerticalSolidList"/>
    <dgm:cxn modelId="{26C43AC9-F9D5-4A43-A250-3B576986DECE}" type="presParOf" srcId="{E186EC8C-B5E6-43F0-9C1D-06CDA4786D6E}" destId="{371F71AD-2A71-45EE-A8D6-304E837EAC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51B50D7-1F63-4D4C-8129-C25F910BD36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2CD0147-A5B5-4BD3-A34F-42001787AE26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0" i="0" baseline="0" dirty="0">
              <a:latin typeface="Calibri"/>
              <a:ea typeface="Calibri"/>
              <a:cs typeface="Calibri"/>
            </a:rPr>
            <a:t>Trained Random Forest/</a:t>
          </a:r>
          <a:r>
            <a:rPr lang="en-US" sz="1500" b="0" i="0" baseline="0" dirty="0" err="1">
              <a:latin typeface="Calibri"/>
              <a:ea typeface="Calibri"/>
              <a:cs typeface="Calibri"/>
            </a:rPr>
            <a:t>XGBoost</a:t>
          </a:r>
          <a:r>
            <a:rPr lang="en-US" sz="1500" b="0" i="0" baseline="0" dirty="0">
              <a:latin typeface="Calibri"/>
              <a:ea typeface="Calibri"/>
              <a:cs typeface="Calibri"/>
            </a:rPr>
            <a:t> </a:t>
          </a:r>
        </a:p>
      </dgm:t>
    </dgm:pt>
    <dgm:pt modelId="{73648540-D995-4448-8095-D3158D8B8507}" type="parTrans" cxnId="{0077C16B-4FF0-4C10-8258-6E6A8B67058F}">
      <dgm:prSet/>
      <dgm:spPr/>
      <dgm:t>
        <a:bodyPr/>
        <a:lstStyle/>
        <a:p>
          <a:endParaRPr lang="en-GB"/>
        </a:p>
      </dgm:t>
    </dgm:pt>
    <dgm:pt modelId="{530497FB-BF26-49BD-BACB-589D5E11953C}" type="sibTrans" cxnId="{0077C16B-4FF0-4C10-8258-6E6A8B67058F}">
      <dgm:prSet/>
      <dgm:spPr/>
      <dgm:t>
        <a:bodyPr/>
        <a:lstStyle/>
        <a:p>
          <a:endParaRPr lang="en-US"/>
        </a:p>
      </dgm:t>
    </dgm:pt>
    <dgm:pt modelId="{0BC0D98F-EAC0-428A-B84B-E09A2C9EDA4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Integrated Raspberry Pi for automated data logging.</a:t>
          </a:r>
          <a:endParaRPr lang="en-US">
            <a:latin typeface="Calibri"/>
            <a:ea typeface="Calibri"/>
            <a:cs typeface="Calibri"/>
          </a:endParaRPr>
        </a:p>
      </dgm:t>
    </dgm:pt>
    <dgm:pt modelId="{8397E787-531A-4F20-9CE7-79F8E676D935}" type="parTrans" cxnId="{626008DA-F3A6-4547-AE52-2532319E0DB8}">
      <dgm:prSet/>
      <dgm:spPr/>
      <dgm:t>
        <a:bodyPr/>
        <a:lstStyle/>
        <a:p>
          <a:endParaRPr lang="en-GB"/>
        </a:p>
      </dgm:t>
    </dgm:pt>
    <dgm:pt modelId="{3D696BA2-3FD7-4A4D-B5BF-69DB091442F3}" type="sibTrans" cxnId="{626008DA-F3A6-4547-AE52-2532319E0DB8}">
      <dgm:prSet/>
      <dgm:spPr/>
      <dgm:t>
        <a:bodyPr/>
        <a:lstStyle/>
        <a:p>
          <a:endParaRPr lang="en-US"/>
        </a:p>
      </dgm:t>
    </dgm:pt>
    <dgm:pt modelId="{A7AFE6C3-CE0A-4310-8B82-85E46123B21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Triggered cloud uploads on Wi-Fi connection.</a:t>
          </a:r>
          <a:endParaRPr lang="en-US">
            <a:latin typeface="Calibri"/>
            <a:ea typeface="Calibri"/>
            <a:cs typeface="Calibri"/>
          </a:endParaRPr>
        </a:p>
      </dgm:t>
    </dgm:pt>
    <dgm:pt modelId="{66F843A2-3720-4F81-A69D-E5A7B0237AEE}" type="parTrans" cxnId="{8506BA9E-6D6E-4750-897B-843A4A017430}">
      <dgm:prSet/>
      <dgm:spPr/>
      <dgm:t>
        <a:bodyPr/>
        <a:lstStyle/>
        <a:p>
          <a:endParaRPr lang="en-GB"/>
        </a:p>
      </dgm:t>
    </dgm:pt>
    <dgm:pt modelId="{CEE3954A-341F-4CE2-91FF-CC41E3A34CCA}" type="sibTrans" cxnId="{8506BA9E-6D6E-4750-897B-843A4A017430}">
      <dgm:prSet/>
      <dgm:spPr/>
      <dgm:t>
        <a:bodyPr/>
        <a:lstStyle/>
        <a:p>
          <a:endParaRPr lang="en-US"/>
        </a:p>
      </dgm:t>
    </dgm:pt>
    <dgm:pt modelId="{76B383C1-B562-4804-983B-5C467A2D7CB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Developed dashboard with admin control over the cloud-based preprocessing pipeline on Hugging Face Spaces.</a:t>
          </a:r>
          <a:endParaRPr lang="en-US">
            <a:latin typeface="Calibri"/>
            <a:ea typeface="Calibri"/>
            <a:cs typeface="Calibri"/>
          </a:endParaRPr>
        </a:p>
      </dgm:t>
    </dgm:pt>
    <dgm:pt modelId="{E177BCE0-A286-4DA6-85BE-755E34B6CF4D}" type="parTrans" cxnId="{B1E59361-F347-4271-9682-17BDF321326C}">
      <dgm:prSet/>
      <dgm:spPr/>
      <dgm:t>
        <a:bodyPr/>
        <a:lstStyle/>
        <a:p>
          <a:endParaRPr lang="en-GB"/>
        </a:p>
      </dgm:t>
    </dgm:pt>
    <dgm:pt modelId="{132556E5-A9FD-402D-8924-07C3C5138226}" type="sibTrans" cxnId="{B1E59361-F347-4271-9682-17BDF321326C}">
      <dgm:prSet/>
      <dgm:spPr/>
      <dgm:t>
        <a:bodyPr/>
        <a:lstStyle/>
        <a:p>
          <a:endParaRPr lang="en-US"/>
        </a:p>
      </dgm:t>
    </dgm:pt>
    <dgm:pt modelId="{4E635A52-266B-404C-9DC8-9FE6E676D85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/>
              <a:ea typeface="Calibri"/>
              <a:cs typeface="Calibri"/>
            </a:rPr>
            <a:t>Built unsupervised model (K-Means clustering) to categorize driving behavior.</a:t>
          </a:r>
          <a:endParaRPr lang="en-US">
            <a:latin typeface="Calibri"/>
            <a:ea typeface="Calibri"/>
            <a:cs typeface="Calibri"/>
          </a:endParaRPr>
        </a:p>
      </dgm:t>
    </dgm:pt>
    <dgm:pt modelId="{76F7AD6F-57E4-4601-883A-EE9BC0CFEB19}" type="parTrans" cxnId="{E6112A78-6501-45ED-8FCB-2316F258543D}">
      <dgm:prSet/>
      <dgm:spPr/>
      <dgm:t>
        <a:bodyPr/>
        <a:lstStyle/>
        <a:p>
          <a:endParaRPr lang="en-GB"/>
        </a:p>
      </dgm:t>
    </dgm:pt>
    <dgm:pt modelId="{5AA4FE86-115F-40CD-AF72-69927CA06D4F}" type="sibTrans" cxnId="{E6112A78-6501-45ED-8FCB-2316F258543D}">
      <dgm:prSet/>
      <dgm:spPr/>
      <dgm:t>
        <a:bodyPr/>
        <a:lstStyle/>
        <a:p>
          <a:endParaRPr lang="en-US"/>
        </a:p>
      </dgm:t>
    </dgm:pt>
    <dgm:pt modelId="{0A1DFE62-2D54-4E55-BAA1-3C95544C90AE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>
              <a:latin typeface="Calibri"/>
              <a:ea typeface="Calibri"/>
              <a:cs typeface="Calibri"/>
            </a:rPr>
            <a:t>Initial ML Prototyping for Predictive Maintenance</a:t>
          </a:r>
        </a:p>
      </dgm:t>
    </dgm:pt>
    <dgm:pt modelId="{22ACE1F6-E20A-416D-8DEF-9EA0D755C4ED}" type="parTrans" cxnId="{FE7FBDA2-C027-48D2-B295-1EE017D7ACE5}">
      <dgm:prSet/>
      <dgm:spPr/>
      <dgm:t>
        <a:bodyPr/>
        <a:lstStyle/>
        <a:p>
          <a:endParaRPr lang="en-GB"/>
        </a:p>
      </dgm:t>
    </dgm:pt>
    <dgm:pt modelId="{73D74180-9D89-4692-A7B4-21D16324E7B1}" type="sibTrans" cxnId="{FE7FBDA2-C027-48D2-B295-1EE017D7ACE5}">
      <dgm:prSet/>
      <dgm:spPr/>
      <dgm:t>
        <a:bodyPr/>
        <a:lstStyle/>
        <a:p>
          <a:endParaRPr lang="en-US"/>
        </a:p>
      </dgm:t>
    </dgm:pt>
    <dgm:pt modelId="{23980941-D5E3-4C50-9382-10C6DEBAD21E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0" i="0" baseline="0" dirty="0">
              <a:latin typeface="Calibri"/>
              <a:ea typeface="Calibri"/>
              <a:cs typeface="Calibri"/>
            </a:rPr>
            <a:t>Perform EDA processing and data </a:t>
          </a:r>
          <a:r>
            <a:rPr lang="en-US" sz="1500" b="0" i="0" baseline="0" dirty="0" err="1">
              <a:latin typeface="Calibri"/>
              <a:ea typeface="Calibri"/>
              <a:cs typeface="Calibri"/>
            </a:rPr>
            <a:t>exploratories</a:t>
          </a:r>
          <a:endParaRPr lang="en-US" sz="1500" b="0" i="0" baseline="0" dirty="0">
            <a:latin typeface="Calibri"/>
            <a:ea typeface="Calibri"/>
            <a:cs typeface="Calibri"/>
          </a:endParaRPr>
        </a:p>
        <a:p>
          <a:pPr>
            <a:lnSpc>
              <a:spcPct val="100000"/>
            </a:lnSpc>
          </a:pPr>
          <a:r>
            <a:rPr lang="en-US" sz="1500" b="0" i="0" baseline="0" dirty="0">
              <a:latin typeface="Calibri"/>
              <a:ea typeface="Calibri"/>
              <a:cs typeface="Calibri"/>
            </a:rPr>
            <a:t>Used SHAP to rank ENGINE_LOAD, AIRFLOW_PER_RPM </a:t>
          </a:r>
          <a:r>
            <a:rPr lang="en-US" sz="1500" b="0" i="0" baseline="0" dirty="0" err="1">
              <a:latin typeface="Calibri"/>
              <a:ea typeface="Calibri"/>
              <a:cs typeface="Calibri"/>
            </a:rPr>
            <a:t>etc</a:t>
          </a:r>
          <a:endParaRPr lang="en-US" sz="1500" b="0" i="0" baseline="0" dirty="0">
            <a:latin typeface="Calibri"/>
            <a:ea typeface="Calibri"/>
            <a:cs typeface="Calibri"/>
          </a:endParaRPr>
        </a:p>
      </dgm:t>
    </dgm:pt>
    <dgm:pt modelId="{4928D41F-BA3E-4814-923F-E2A2B79A84F5}" type="parTrans" cxnId="{93B1FAF1-ED50-4F2F-AADF-F8436CF8C446}">
      <dgm:prSet/>
      <dgm:spPr/>
      <dgm:t>
        <a:bodyPr/>
        <a:lstStyle/>
        <a:p>
          <a:endParaRPr lang="en-GB"/>
        </a:p>
      </dgm:t>
    </dgm:pt>
    <dgm:pt modelId="{5B18BA72-90A4-42DA-BC6D-5C87317B6344}" type="sibTrans" cxnId="{93B1FAF1-ED50-4F2F-AADF-F8436CF8C446}">
      <dgm:prSet/>
      <dgm:spPr/>
      <dgm:t>
        <a:bodyPr/>
        <a:lstStyle/>
        <a:p>
          <a:endParaRPr lang="en-US"/>
        </a:p>
      </dgm:t>
    </dgm:pt>
    <dgm:pt modelId="{63B9E74F-8FD7-47D3-855E-5FABDE1B481B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0" i="0" baseline="0" dirty="0">
              <a:latin typeface="Calibri"/>
              <a:ea typeface="Calibri"/>
              <a:cs typeface="Calibri"/>
            </a:rPr>
            <a:t>Labelled “</a:t>
          </a:r>
          <a:r>
            <a:rPr lang="en-US" sz="1500" b="0" i="0" baseline="0" dirty="0" err="1">
              <a:latin typeface="Calibri"/>
              <a:ea typeface="Calibri"/>
              <a:cs typeface="Calibri"/>
            </a:rPr>
            <a:t>MaintenanceNeed</a:t>
          </a:r>
          <a:r>
            <a:rPr lang="en-US" sz="1500" b="0" i="0" baseline="0" dirty="0">
              <a:latin typeface="Calibri"/>
              <a:ea typeface="Calibri"/>
              <a:cs typeface="Calibri"/>
            </a:rPr>
            <a:t>” via Isolation Forest (on high-stress values)</a:t>
          </a:r>
        </a:p>
      </dgm:t>
    </dgm:pt>
    <dgm:pt modelId="{B37BAF33-9F5D-47A6-B509-02E201909F70}" type="parTrans" cxnId="{81A87DAA-8953-4309-B91B-B5B90CCAA5BF}">
      <dgm:prSet/>
      <dgm:spPr/>
      <dgm:t>
        <a:bodyPr/>
        <a:lstStyle/>
        <a:p>
          <a:endParaRPr lang="en-GB"/>
        </a:p>
      </dgm:t>
    </dgm:pt>
    <dgm:pt modelId="{6A9690CD-7B8B-42C5-B040-D1BA92616E24}" type="sibTrans" cxnId="{81A87DAA-8953-4309-B91B-B5B90CCAA5BF}">
      <dgm:prSet/>
      <dgm:spPr/>
      <dgm:t>
        <a:bodyPr/>
        <a:lstStyle/>
        <a:p>
          <a:endParaRPr lang="en-US"/>
        </a:p>
      </dgm:t>
    </dgm:pt>
    <dgm:pt modelId="{145F8704-5F95-44C2-B7ED-CF10AE59FD98}" type="pres">
      <dgm:prSet presAssocID="{551B50D7-1F63-4D4C-8129-C25F910BD36C}" presName="root" presStyleCnt="0">
        <dgm:presLayoutVars>
          <dgm:dir/>
          <dgm:resizeHandles val="exact"/>
        </dgm:presLayoutVars>
      </dgm:prSet>
      <dgm:spPr/>
    </dgm:pt>
    <dgm:pt modelId="{ACA9463F-BB33-4791-99D2-29FB3A1B0883}" type="pres">
      <dgm:prSet presAssocID="{0BC0D98F-EAC0-428A-B84B-E09A2C9EDA49}" presName="compNode" presStyleCnt="0"/>
      <dgm:spPr/>
    </dgm:pt>
    <dgm:pt modelId="{789EFF5B-BA0A-4E82-8B51-4C7DDB02CE21}" type="pres">
      <dgm:prSet presAssocID="{0BC0D98F-EAC0-428A-B84B-E09A2C9EDA49}" presName="bgRect" presStyleLbl="bgShp" presStyleIdx="0" presStyleCnt="5"/>
      <dgm:spPr/>
    </dgm:pt>
    <dgm:pt modelId="{D2E15B36-124A-44CF-BAD0-B660E86C5FE4}" type="pres">
      <dgm:prSet presAssocID="{0BC0D98F-EAC0-428A-B84B-E09A2C9EDA4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EAAF562-FC94-4D82-95CB-EFEDABF2831E}" type="pres">
      <dgm:prSet presAssocID="{0BC0D98F-EAC0-428A-B84B-E09A2C9EDA49}" presName="spaceRect" presStyleCnt="0"/>
      <dgm:spPr/>
    </dgm:pt>
    <dgm:pt modelId="{759C8CBE-8CB4-4E74-92CD-F0B6BFD6A232}" type="pres">
      <dgm:prSet presAssocID="{0BC0D98F-EAC0-428A-B84B-E09A2C9EDA49}" presName="parTx" presStyleLbl="revTx" presStyleIdx="0" presStyleCnt="6">
        <dgm:presLayoutVars>
          <dgm:chMax val="0"/>
          <dgm:chPref val="0"/>
        </dgm:presLayoutVars>
      </dgm:prSet>
      <dgm:spPr/>
    </dgm:pt>
    <dgm:pt modelId="{CE718E9B-DF3C-4668-964C-2E4C689B7F43}" type="pres">
      <dgm:prSet presAssocID="{3D696BA2-3FD7-4A4D-B5BF-69DB091442F3}" presName="sibTrans" presStyleCnt="0"/>
      <dgm:spPr/>
    </dgm:pt>
    <dgm:pt modelId="{7FB09356-8179-4A26-B865-94FE99CBD3DD}" type="pres">
      <dgm:prSet presAssocID="{A7AFE6C3-CE0A-4310-8B82-85E46123B21F}" presName="compNode" presStyleCnt="0"/>
      <dgm:spPr/>
    </dgm:pt>
    <dgm:pt modelId="{3F767DB1-BE7C-4EAB-AFE3-B5BF3E690DFB}" type="pres">
      <dgm:prSet presAssocID="{A7AFE6C3-CE0A-4310-8B82-85E46123B21F}" presName="bgRect" presStyleLbl="bgShp" presStyleIdx="1" presStyleCnt="5"/>
      <dgm:spPr/>
    </dgm:pt>
    <dgm:pt modelId="{87709317-7144-45AA-B456-0AF6364D8E1D}" type="pres">
      <dgm:prSet presAssocID="{A7AFE6C3-CE0A-4310-8B82-85E46123B21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EC55565-BC73-4AA5-B88F-90FBAF3F6533}" type="pres">
      <dgm:prSet presAssocID="{A7AFE6C3-CE0A-4310-8B82-85E46123B21F}" presName="spaceRect" presStyleCnt="0"/>
      <dgm:spPr/>
    </dgm:pt>
    <dgm:pt modelId="{5B00A697-F7D1-430F-9FF2-88AD62101F7A}" type="pres">
      <dgm:prSet presAssocID="{A7AFE6C3-CE0A-4310-8B82-85E46123B21F}" presName="parTx" presStyleLbl="revTx" presStyleIdx="1" presStyleCnt="6">
        <dgm:presLayoutVars>
          <dgm:chMax val="0"/>
          <dgm:chPref val="0"/>
        </dgm:presLayoutVars>
      </dgm:prSet>
      <dgm:spPr/>
    </dgm:pt>
    <dgm:pt modelId="{EB495077-D8F4-4233-BE8E-D2A963A8583E}" type="pres">
      <dgm:prSet presAssocID="{CEE3954A-341F-4CE2-91FF-CC41E3A34CCA}" presName="sibTrans" presStyleCnt="0"/>
      <dgm:spPr/>
    </dgm:pt>
    <dgm:pt modelId="{D37CB261-92A3-4E78-9256-770E6B6A5B3F}" type="pres">
      <dgm:prSet presAssocID="{76B383C1-B562-4804-983B-5C467A2D7CB3}" presName="compNode" presStyleCnt="0"/>
      <dgm:spPr/>
    </dgm:pt>
    <dgm:pt modelId="{F9F800AC-4C5D-45F4-8E5F-59F1F298F4F4}" type="pres">
      <dgm:prSet presAssocID="{76B383C1-B562-4804-983B-5C467A2D7CB3}" presName="bgRect" presStyleLbl="bgShp" presStyleIdx="2" presStyleCnt="5"/>
      <dgm:spPr/>
    </dgm:pt>
    <dgm:pt modelId="{D2BB697A-DBAF-4C5C-BB54-685429614502}" type="pres">
      <dgm:prSet presAssocID="{76B383C1-B562-4804-983B-5C467A2D7CB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BB61FFF-5AC9-4DD5-BA77-66F6BFA15A3B}" type="pres">
      <dgm:prSet presAssocID="{76B383C1-B562-4804-983B-5C467A2D7CB3}" presName="spaceRect" presStyleCnt="0"/>
      <dgm:spPr/>
    </dgm:pt>
    <dgm:pt modelId="{09C65F2C-8087-4359-BB1B-F00FDC08A41E}" type="pres">
      <dgm:prSet presAssocID="{76B383C1-B562-4804-983B-5C467A2D7CB3}" presName="parTx" presStyleLbl="revTx" presStyleIdx="2" presStyleCnt="6">
        <dgm:presLayoutVars>
          <dgm:chMax val="0"/>
          <dgm:chPref val="0"/>
        </dgm:presLayoutVars>
      </dgm:prSet>
      <dgm:spPr/>
    </dgm:pt>
    <dgm:pt modelId="{C8CF5C49-F5AE-458D-8354-5C3F743C36E4}" type="pres">
      <dgm:prSet presAssocID="{132556E5-A9FD-402D-8924-07C3C5138226}" presName="sibTrans" presStyleCnt="0"/>
      <dgm:spPr/>
    </dgm:pt>
    <dgm:pt modelId="{4ABFFEC1-2222-4322-8119-9F9E07982D8B}" type="pres">
      <dgm:prSet presAssocID="{4E635A52-266B-404C-9DC8-9FE6E676D858}" presName="compNode" presStyleCnt="0"/>
      <dgm:spPr/>
    </dgm:pt>
    <dgm:pt modelId="{7056F264-F4A4-4E08-AD75-CB87C2A53F2D}" type="pres">
      <dgm:prSet presAssocID="{4E635A52-266B-404C-9DC8-9FE6E676D858}" presName="bgRect" presStyleLbl="bgShp" presStyleIdx="3" presStyleCnt="5"/>
      <dgm:spPr/>
    </dgm:pt>
    <dgm:pt modelId="{AB37BDFA-EC89-452A-B728-BE759BF1C858}" type="pres">
      <dgm:prSet presAssocID="{4E635A52-266B-404C-9DC8-9FE6E676D85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C0FB981-C8EE-431E-9D4B-F094F44700D7}" type="pres">
      <dgm:prSet presAssocID="{4E635A52-266B-404C-9DC8-9FE6E676D858}" presName="spaceRect" presStyleCnt="0"/>
      <dgm:spPr/>
    </dgm:pt>
    <dgm:pt modelId="{DF52CA68-9B8F-405E-8297-975A63A5E6B9}" type="pres">
      <dgm:prSet presAssocID="{4E635A52-266B-404C-9DC8-9FE6E676D858}" presName="parTx" presStyleLbl="revTx" presStyleIdx="3" presStyleCnt="6">
        <dgm:presLayoutVars>
          <dgm:chMax val="0"/>
          <dgm:chPref val="0"/>
        </dgm:presLayoutVars>
      </dgm:prSet>
      <dgm:spPr/>
    </dgm:pt>
    <dgm:pt modelId="{6DE51E3E-58D8-4A0F-B9AB-6C3D7FEE5130}" type="pres">
      <dgm:prSet presAssocID="{5AA4FE86-115F-40CD-AF72-69927CA06D4F}" presName="sibTrans" presStyleCnt="0"/>
      <dgm:spPr/>
    </dgm:pt>
    <dgm:pt modelId="{E186EC8C-B5E6-43F0-9C1D-06CDA4786D6E}" type="pres">
      <dgm:prSet presAssocID="{0A1DFE62-2D54-4E55-BAA1-3C95544C90AE}" presName="compNode" presStyleCnt="0"/>
      <dgm:spPr/>
    </dgm:pt>
    <dgm:pt modelId="{D81192E6-0382-44F6-A8F9-DEEB4248C0CE}" type="pres">
      <dgm:prSet presAssocID="{0A1DFE62-2D54-4E55-BAA1-3C95544C90AE}" presName="bgRect" presStyleLbl="bgShp" presStyleIdx="4" presStyleCnt="5" custScaleY="278737"/>
      <dgm:spPr/>
    </dgm:pt>
    <dgm:pt modelId="{BD6837D0-399D-47A1-983A-9850C4B2A919}" type="pres">
      <dgm:prSet presAssocID="{0A1DFE62-2D54-4E55-BAA1-3C95544C90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69A02ED-857C-4752-8A1A-F1DAAC5E37B9}" type="pres">
      <dgm:prSet presAssocID="{0A1DFE62-2D54-4E55-BAA1-3C95544C90AE}" presName="spaceRect" presStyleCnt="0"/>
      <dgm:spPr/>
    </dgm:pt>
    <dgm:pt modelId="{371F71AD-2A71-45EE-A8D6-304E837EAC47}" type="pres">
      <dgm:prSet presAssocID="{0A1DFE62-2D54-4E55-BAA1-3C95544C90AE}" presName="parTx" presStyleLbl="revTx" presStyleIdx="4" presStyleCnt="6" custScaleX="85701">
        <dgm:presLayoutVars>
          <dgm:chMax val="0"/>
          <dgm:chPref val="0"/>
        </dgm:presLayoutVars>
      </dgm:prSet>
      <dgm:spPr/>
    </dgm:pt>
    <dgm:pt modelId="{820C6FB3-F0EB-4DE0-931D-79ECD14195FF}" type="pres">
      <dgm:prSet presAssocID="{0A1DFE62-2D54-4E55-BAA1-3C95544C90AE}" presName="desTx" presStyleLbl="revTx" presStyleIdx="5" presStyleCnt="6" custScaleX="122503">
        <dgm:presLayoutVars/>
      </dgm:prSet>
      <dgm:spPr/>
    </dgm:pt>
  </dgm:ptLst>
  <dgm:cxnLst>
    <dgm:cxn modelId="{39C9A603-EF30-40F6-8F26-51E4221DDF0D}" type="presOf" srcId="{0BC0D98F-EAC0-428A-B84B-E09A2C9EDA49}" destId="{759C8CBE-8CB4-4E74-92CD-F0B6BFD6A232}" srcOrd="0" destOrd="0" presId="urn:microsoft.com/office/officeart/2018/2/layout/IconVerticalSolidList"/>
    <dgm:cxn modelId="{B8D03706-CD3E-46C1-A1F3-7881EDAE90A2}" type="presOf" srcId="{42CD0147-A5B5-4BD3-A34F-42001787AE26}" destId="{820C6FB3-F0EB-4DE0-931D-79ECD14195FF}" srcOrd="0" destOrd="2" presId="urn:microsoft.com/office/officeart/2018/2/layout/IconVerticalSolidList"/>
    <dgm:cxn modelId="{3FAF1610-0A0E-4EFA-A8B8-2BDCA7333883}" type="presOf" srcId="{A7AFE6C3-CE0A-4310-8B82-85E46123B21F}" destId="{5B00A697-F7D1-430F-9FF2-88AD62101F7A}" srcOrd="0" destOrd="0" presId="urn:microsoft.com/office/officeart/2018/2/layout/IconVerticalSolidList"/>
    <dgm:cxn modelId="{9B89B515-2BC3-4C6E-A87C-A8BE0463405C}" type="presOf" srcId="{4E635A52-266B-404C-9DC8-9FE6E676D858}" destId="{DF52CA68-9B8F-405E-8297-975A63A5E6B9}" srcOrd="0" destOrd="0" presId="urn:microsoft.com/office/officeart/2018/2/layout/IconVerticalSolidList"/>
    <dgm:cxn modelId="{5FA0A65C-123C-4074-A16F-9D79AC72B0A0}" type="presOf" srcId="{63B9E74F-8FD7-47D3-855E-5FABDE1B481B}" destId="{820C6FB3-F0EB-4DE0-931D-79ECD14195FF}" srcOrd="0" destOrd="1" presId="urn:microsoft.com/office/officeart/2018/2/layout/IconVerticalSolidList"/>
    <dgm:cxn modelId="{B1E59361-F347-4271-9682-17BDF321326C}" srcId="{551B50D7-1F63-4D4C-8129-C25F910BD36C}" destId="{76B383C1-B562-4804-983B-5C467A2D7CB3}" srcOrd="2" destOrd="0" parTransId="{E177BCE0-A286-4DA6-85BE-755E34B6CF4D}" sibTransId="{132556E5-A9FD-402D-8924-07C3C5138226}"/>
    <dgm:cxn modelId="{0077C16B-4FF0-4C10-8258-6E6A8B67058F}" srcId="{0A1DFE62-2D54-4E55-BAA1-3C95544C90AE}" destId="{42CD0147-A5B5-4BD3-A34F-42001787AE26}" srcOrd="2" destOrd="0" parTransId="{73648540-D995-4448-8095-D3158D8B8507}" sibTransId="{530497FB-BF26-49BD-BACB-589D5E11953C}"/>
    <dgm:cxn modelId="{872B7971-62BF-4174-9FE0-5513F3A27C84}" type="presOf" srcId="{551B50D7-1F63-4D4C-8129-C25F910BD36C}" destId="{145F8704-5F95-44C2-B7ED-CF10AE59FD98}" srcOrd="0" destOrd="0" presId="urn:microsoft.com/office/officeart/2018/2/layout/IconVerticalSolidList"/>
    <dgm:cxn modelId="{E6112A78-6501-45ED-8FCB-2316F258543D}" srcId="{551B50D7-1F63-4D4C-8129-C25F910BD36C}" destId="{4E635A52-266B-404C-9DC8-9FE6E676D858}" srcOrd="3" destOrd="0" parTransId="{76F7AD6F-57E4-4601-883A-EE9BC0CFEB19}" sibTransId="{5AA4FE86-115F-40CD-AF72-69927CA06D4F}"/>
    <dgm:cxn modelId="{03E27E8D-68E2-4A90-9C5F-BDB962DFA20F}" type="presOf" srcId="{0A1DFE62-2D54-4E55-BAA1-3C95544C90AE}" destId="{371F71AD-2A71-45EE-A8D6-304E837EAC47}" srcOrd="0" destOrd="0" presId="urn:microsoft.com/office/officeart/2018/2/layout/IconVerticalSolidList"/>
    <dgm:cxn modelId="{72072C99-0E01-4C26-9890-4F6CCF9374D0}" type="presOf" srcId="{23980941-D5E3-4C50-9382-10C6DEBAD21E}" destId="{820C6FB3-F0EB-4DE0-931D-79ECD14195FF}" srcOrd="0" destOrd="0" presId="urn:microsoft.com/office/officeart/2018/2/layout/IconVerticalSolidList"/>
    <dgm:cxn modelId="{8506BA9E-6D6E-4750-897B-843A4A017430}" srcId="{551B50D7-1F63-4D4C-8129-C25F910BD36C}" destId="{A7AFE6C3-CE0A-4310-8B82-85E46123B21F}" srcOrd="1" destOrd="0" parTransId="{66F843A2-3720-4F81-A69D-E5A7B0237AEE}" sibTransId="{CEE3954A-341F-4CE2-91FF-CC41E3A34CCA}"/>
    <dgm:cxn modelId="{FE7FBDA2-C027-48D2-B295-1EE017D7ACE5}" srcId="{551B50D7-1F63-4D4C-8129-C25F910BD36C}" destId="{0A1DFE62-2D54-4E55-BAA1-3C95544C90AE}" srcOrd="4" destOrd="0" parTransId="{22ACE1F6-E20A-416D-8DEF-9EA0D755C4ED}" sibTransId="{73D74180-9D89-4692-A7B4-21D16324E7B1}"/>
    <dgm:cxn modelId="{81A87DAA-8953-4309-B91B-B5B90CCAA5BF}" srcId="{0A1DFE62-2D54-4E55-BAA1-3C95544C90AE}" destId="{63B9E74F-8FD7-47D3-855E-5FABDE1B481B}" srcOrd="1" destOrd="0" parTransId="{B37BAF33-9F5D-47A6-B509-02E201909F70}" sibTransId="{6A9690CD-7B8B-42C5-B040-D1BA92616E24}"/>
    <dgm:cxn modelId="{626008DA-F3A6-4547-AE52-2532319E0DB8}" srcId="{551B50D7-1F63-4D4C-8129-C25F910BD36C}" destId="{0BC0D98F-EAC0-428A-B84B-E09A2C9EDA49}" srcOrd="0" destOrd="0" parTransId="{8397E787-531A-4F20-9CE7-79F8E676D935}" sibTransId="{3D696BA2-3FD7-4A4D-B5BF-69DB091442F3}"/>
    <dgm:cxn modelId="{9E0896DE-6F96-46E9-888E-2B1EC5F22328}" type="presOf" srcId="{76B383C1-B562-4804-983B-5C467A2D7CB3}" destId="{09C65F2C-8087-4359-BB1B-F00FDC08A41E}" srcOrd="0" destOrd="0" presId="urn:microsoft.com/office/officeart/2018/2/layout/IconVerticalSolidList"/>
    <dgm:cxn modelId="{93B1FAF1-ED50-4F2F-AADF-F8436CF8C446}" srcId="{0A1DFE62-2D54-4E55-BAA1-3C95544C90AE}" destId="{23980941-D5E3-4C50-9382-10C6DEBAD21E}" srcOrd="0" destOrd="0" parTransId="{4928D41F-BA3E-4814-923F-E2A2B79A84F5}" sibTransId="{5B18BA72-90A4-42DA-BC6D-5C87317B6344}"/>
    <dgm:cxn modelId="{66020AA8-00BF-4886-B5A4-DA3F2484047E}" type="presParOf" srcId="{145F8704-5F95-44C2-B7ED-CF10AE59FD98}" destId="{ACA9463F-BB33-4791-99D2-29FB3A1B0883}" srcOrd="0" destOrd="0" presId="urn:microsoft.com/office/officeart/2018/2/layout/IconVerticalSolidList"/>
    <dgm:cxn modelId="{DE5F3F59-DFD3-43AB-981B-F72E56849198}" type="presParOf" srcId="{ACA9463F-BB33-4791-99D2-29FB3A1B0883}" destId="{789EFF5B-BA0A-4E82-8B51-4C7DDB02CE21}" srcOrd="0" destOrd="0" presId="urn:microsoft.com/office/officeart/2018/2/layout/IconVerticalSolidList"/>
    <dgm:cxn modelId="{FD6A11C7-2E9F-45C1-8146-3DA9E9D5714E}" type="presParOf" srcId="{ACA9463F-BB33-4791-99D2-29FB3A1B0883}" destId="{D2E15B36-124A-44CF-BAD0-B660E86C5FE4}" srcOrd="1" destOrd="0" presId="urn:microsoft.com/office/officeart/2018/2/layout/IconVerticalSolidList"/>
    <dgm:cxn modelId="{1AD8A49C-82E5-4ED4-A229-4C62E1A0F6D7}" type="presParOf" srcId="{ACA9463F-BB33-4791-99D2-29FB3A1B0883}" destId="{CEAAF562-FC94-4D82-95CB-EFEDABF2831E}" srcOrd="2" destOrd="0" presId="urn:microsoft.com/office/officeart/2018/2/layout/IconVerticalSolidList"/>
    <dgm:cxn modelId="{5B316E45-40D5-4EE7-9F13-7136048BE421}" type="presParOf" srcId="{ACA9463F-BB33-4791-99D2-29FB3A1B0883}" destId="{759C8CBE-8CB4-4E74-92CD-F0B6BFD6A232}" srcOrd="3" destOrd="0" presId="urn:microsoft.com/office/officeart/2018/2/layout/IconVerticalSolidList"/>
    <dgm:cxn modelId="{030A5FC5-8937-43BD-83B4-2B99E728C828}" type="presParOf" srcId="{145F8704-5F95-44C2-B7ED-CF10AE59FD98}" destId="{CE718E9B-DF3C-4668-964C-2E4C689B7F43}" srcOrd="1" destOrd="0" presId="urn:microsoft.com/office/officeart/2018/2/layout/IconVerticalSolidList"/>
    <dgm:cxn modelId="{856DB534-883B-42E1-B474-D0859747FFB3}" type="presParOf" srcId="{145F8704-5F95-44C2-B7ED-CF10AE59FD98}" destId="{7FB09356-8179-4A26-B865-94FE99CBD3DD}" srcOrd="2" destOrd="0" presId="urn:microsoft.com/office/officeart/2018/2/layout/IconVerticalSolidList"/>
    <dgm:cxn modelId="{F742B29D-DD76-47CA-B73D-7CEB1759CC02}" type="presParOf" srcId="{7FB09356-8179-4A26-B865-94FE99CBD3DD}" destId="{3F767DB1-BE7C-4EAB-AFE3-B5BF3E690DFB}" srcOrd="0" destOrd="0" presId="urn:microsoft.com/office/officeart/2018/2/layout/IconVerticalSolidList"/>
    <dgm:cxn modelId="{71393AB6-DD6C-4715-AB10-7BA23FA61C45}" type="presParOf" srcId="{7FB09356-8179-4A26-B865-94FE99CBD3DD}" destId="{87709317-7144-45AA-B456-0AF6364D8E1D}" srcOrd="1" destOrd="0" presId="urn:microsoft.com/office/officeart/2018/2/layout/IconVerticalSolidList"/>
    <dgm:cxn modelId="{0C9A85F2-FD67-4917-BB5C-D8F876033E08}" type="presParOf" srcId="{7FB09356-8179-4A26-B865-94FE99CBD3DD}" destId="{DEC55565-BC73-4AA5-B88F-90FBAF3F6533}" srcOrd="2" destOrd="0" presId="urn:microsoft.com/office/officeart/2018/2/layout/IconVerticalSolidList"/>
    <dgm:cxn modelId="{0788E083-F397-4C35-A0B1-1F6742D3A7B4}" type="presParOf" srcId="{7FB09356-8179-4A26-B865-94FE99CBD3DD}" destId="{5B00A697-F7D1-430F-9FF2-88AD62101F7A}" srcOrd="3" destOrd="0" presId="urn:microsoft.com/office/officeart/2018/2/layout/IconVerticalSolidList"/>
    <dgm:cxn modelId="{F8C4B041-DA20-41AB-814A-FDD58772DD2F}" type="presParOf" srcId="{145F8704-5F95-44C2-B7ED-CF10AE59FD98}" destId="{EB495077-D8F4-4233-BE8E-D2A963A8583E}" srcOrd="3" destOrd="0" presId="urn:microsoft.com/office/officeart/2018/2/layout/IconVerticalSolidList"/>
    <dgm:cxn modelId="{A17CAFF1-9EEC-4C67-BBB8-2AA0D5708E8C}" type="presParOf" srcId="{145F8704-5F95-44C2-B7ED-CF10AE59FD98}" destId="{D37CB261-92A3-4E78-9256-770E6B6A5B3F}" srcOrd="4" destOrd="0" presId="urn:microsoft.com/office/officeart/2018/2/layout/IconVerticalSolidList"/>
    <dgm:cxn modelId="{C2696DBB-A156-488F-AE08-1B031974434C}" type="presParOf" srcId="{D37CB261-92A3-4E78-9256-770E6B6A5B3F}" destId="{F9F800AC-4C5D-45F4-8E5F-59F1F298F4F4}" srcOrd="0" destOrd="0" presId="urn:microsoft.com/office/officeart/2018/2/layout/IconVerticalSolidList"/>
    <dgm:cxn modelId="{76EC4922-1E21-436F-B907-51D64DE151E9}" type="presParOf" srcId="{D37CB261-92A3-4E78-9256-770E6B6A5B3F}" destId="{D2BB697A-DBAF-4C5C-BB54-685429614502}" srcOrd="1" destOrd="0" presId="urn:microsoft.com/office/officeart/2018/2/layout/IconVerticalSolidList"/>
    <dgm:cxn modelId="{9B6A8480-8045-4BEE-ADD0-92A95BBD38C7}" type="presParOf" srcId="{D37CB261-92A3-4E78-9256-770E6B6A5B3F}" destId="{CBB61FFF-5AC9-4DD5-BA77-66F6BFA15A3B}" srcOrd="2" destOrd="0" presId="urn:microsoft.com/office/officeart/2018/2/layout/IconVerticalSolidList"/>
    <dgm:cxn modelId="{BF49B1D2-A9F9-47E5-B5FC-AC4FCE6DC6D7}" type="presParOf" srcId="{D37CB261-92A3-4E78-9256-770E6B6A5B3F}" destId="{09C65F2C-8087-4359-BB1B-F00FDC08A41E}" srcOrd="3" destOrd="0" presId="urn:microsoft.com/office/officeart/2018/2/layout/IconVerticalSolidList"/>
    <dgm:cxn modelId="{23FB7606-4B78-474F-BED0-A622E34EB3A9}" type="presParOf" srcId="{145F8704-5F95-44C2-B7ED-CF10AE59FD98}" destId="{C8CF5C49-F5AE-458D-8354-5C3F743C36E4}" srcOrd="5" destOrd="0" presId="urn:microsoft.com/office/officeart/2018/2/layout/IconVerticalSolidList"/>
    <dgm:cxn modelId="{F2146175-CDC1-4326-B7D6-542C0F23D690}" type="presParOf" srcId="{145F8704-5F95-44C2-B7ED-CF10AE59FD98}" destId="{4ABFFEC1-2222-4322-8119-9F9E07982D8B}" srcOrd="6" destOrd="0" presId="urn:microsoft.com/office/officeart/2018/2/layout/IconVerticalSolidList"/>
    <dgm:cxn modelId="{F5A5BC0C-9C37-46ED-8BF3-9F57E693A8DA}" type="presParOf" srcId="{4ABFFEC1-2222-4322-8119-9F9E07982D8B}" destId="{7056F264-F4A4-4E08-AD75-CB87C2A53F2D}" srcOrd="0" destOrd="0" presId="urn:microsoft.com/office/officeart/2018/2/layout/IconVerticalSolidList"/>
    <dgm:cxn modelId="{B5D38B6A-42E2-48A1-8181-16CDC87303BB}" type="presParOf" srcId="{4ABFFEC1-2222-4322-8119-9F9E07982D8B}" destId="{AB37BDFA-EC89-452A-B728-BE759BF1C858}" srcOrd="1" destOrd="0" presId="urn:microsoft.com/office/officeart/2018/2/layout/IconVerticalSolidList"/>
    <dgm:cxn modelId="{C59AD2B8-0E3F-4A69-841B-8513629AE409}" type="presParOf" srcId="{4ABFFEC1-2222-4322-8119-9F9E07982D8B}" destId="{5C0FB981-C8EE-431E-9D4B-F094F44700D7}" srcOrd="2" destOrd="0" presId="urn:microsoft.com/office/officeart/2018/2/layout/IconVerticalSolidList"/>
    <dgm:cxn modelId="{66B57FE6-4135-49CE-9A07-D1BC11A5C79D}" type="presParOf" srcId="{4ABFFEC1-2222-4322-8119-9F9E07982D8B}" destId="{DF52CA68-9B8F-405E-8297-975A63A5E6B9}" srcOrd="3" destOrd="0" presId="urn:microsoft.com/office/officeart/2018/2/layout/IconVerticalSolidList"/>
    <dgm:cxn modelId="{2A68AA0D-E991-4453-9970-082FBCE3DB68}" type="presParOf" srcId="{145F8704-5F95-44C2-B7ED-CF10AE59FD98}" destId="{6DE51E3E-58D8-4A0F-B9AB-6C3D7FEE5130}" srcOrd="7" destOrd="0" presId="urn:microsoft.com/office/officeart/2018/2/layout/IconVerticalSolidList"/>
    <dgm:cxn modelId="{DE707A12-9BA4-4DCE-AAA9-3ED8C56E176B}" type="presParOf" srcId="{145F8704-5F95-44C2-B7ED-CF10AE59FD98}" destId="{E186EC8C-B5E6-43F0-9C1D-06CDA4786D6E}" srcOrd="8" destOrd="0" presId="urn:microsoft.com/office/officeart/2018/2/layout/IconVerticalSolidList"/>
    <dgm:cxn modelId="{8AE4A0A1-8DAD-461E-A254-1A796745B4F0}" type="presParOf" srcId="{E186EC8C-B5E6-43F0-9C1D-06CDA4786D6E}" destId="{D81192E6-0382-44F6-A8F9-DEEB4248C0CE}" srcOrd="0" destOrd="0" presId="urn:microsoft.com/office/officeart/2018/2/layout/IconVerticalSolidList"/>
    <dgm:cxn modelId="{018FB377-C440-4820-9B68-7BB387DE73C1}" type="presParOf" srcId="{E186EC8C-B5E6-43F0-9C1D-06CDA4786D6E}" destId="{BD6837D0-399D-47A1-983A-9850C4B2A919}" srcOrd="1" destOrd="0" presId="urn:microsoft.com/office/officeart/2018/2/layout/IconVerticalSolidList"/>
    <dgm:cxn modelId="{8DD654B2-5A5A-4D55-AB47-6A4D73553846}" type="presParOf" srcId="{E186EC8C-B5E6-43F0-9C1D-06CDA4786D6E}" destId="{169A02ED-857C-4752-8A1A-F1DAAC5E37B9}" srcOrd="2" destOrd="0" presId="urn:microsoft.com/office/officeart/2018/2/layout/IconVerticalSolidList"/>
    <dgm:cxn modelId="{26C43AC9-F9D5-4A43-A250-3B576986DECE}" type="presParOf" srcId="{E186EC8C-B5E6-43F0-9C1D-06CDA4786D6E}" destId="{371F71AD-2A71-45EE-A8D6-304E837EAC47}" srcOrd="3" destOrd="0" presId="urn:microsoft.com/office/officeart/2018/2/layout/IconVerticalSolidList"/>
    <dgm:cxn modelId="{E251B04D-752A-4A1E-9FF4-2AA93B2E1E64}" type="presParOf" srcId="{E186EC8C-B5E6-43F0-9C1D-06CDA4786D6E}" destId="{820C6FB3-F0EB-4DE0-931D-79ECD14195F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B9094-E098-4A02-980F-B717AAAB4090}">
      <dsp:nvSpPr>
        <dsp:cNvPr id="0" name=""/>
        <dsp:cNvSpPr/>
      </dsp:nvSpPr>
      <dsp:spPr>
        <a:xfrm>
          <a:off x="285138" y="458466"/>
          <a:ext cx="1373490" cy="13734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28F8C-E211-4CC2-8B6B-E3D8861D651C}">
      <dsp:nvSpPr>
        <dsp:cNvPr id="0" name=""/>
        <dsp:cNvSpPr/>
      </dsp:nvSpPr>
      <dsp:spPr>
        <a:xfrm>
          <a:off x="573571" y="746899"/>
          <a:ext cx="796624" cy="7966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9AAC1-45EC-4915-B83B-66386FE18452}">
      <dsp:nvSpPr>
        <dsp:cNvPr id="0" name=""/>
        <dsp:cNvSpPr/>
      </dsp:nvSpPr>
      <dsp:spPr>
        <a:xfrm>
          <a:off x="1952948" y="458466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Use OBD-II data to monitor vehicle health.</a:t>
          </a:r>
          <a:endParaRPr lang="en-US" sz="2400" kern="1200"/>
        </a:p>
      </dsp:txBody>
      <dsp:txXfrm>
        <a:off x="1952948" y="458466"/>
        <a:ext cx="3237513" cy="1373490"/>
      </dsp:txXfrm>
    </dsp:sp>
    <dsp:sp modelId="{6825F9AB-C02D-4648-A18F-2A99F0D5FF4A}">
      <dsp:nvSpPr>
        <dsp:cNvPr id="0" name=""/>
        <dsp:cNvSpPr/>
      </dsp:nvSpPr>
      <dsp:spPr>
        <a:xfrm>
          <a:off x="5754574" y="458466"/>
          <a:ext cx="1373490" cy="137349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AE8B3-E56F-4DD7-86EF-C47FF37DFAAB}">
      <dsp:nvSpPr>
        <dsp:cNvPr id="0" name=""/>
        <dsp:cNvSpPr/>
      </dsp:nvSpPr>
      <dsp:spPr>
        <a:xfrm>
          <a:off x="6043007" y="746899"/>
          <a:ext cx="796624" cy="7966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B4B92-A339-491E-AF87-15D75D77238B}">
      <dsp:nvSpPr>
        <dsp:cNvPr id="0" name=""/>
        <dsp:cNvSpPr/>
      </dsp:nvSpPr>
      <dsp:spPr>
        <a:xfrm>
          <a:off x="7422384" y="458466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Collect real-time sensor data using Raspberry Pi and OBD-II scanners.</a:t>
          </a:r>
          <a:endParaRPr lang="en-US" sz="2400" kern="1200"/>
        </a:p>
      </dsp:txBody>
      <dsp:txXfrm>
        <a:off x="7422384" y="458466"/>
        <a:ext cx="3237513" cy="1373490"/>
      </dsp:txXfrm>
    </dsp:sp>
    <dsp:sp modelId="{1D3A9CFF-6930-4634-A13D-C6449D752538}">
      <dsp:nvSpPr>
        <dsp:cNvPr id="0" name=""/>
        <dsp:cNvSpPr/>
      </dsp:nvSpPr>
      <dsp:spPr>
        <a:xfrm>
          <a:off x="285138" y="2582397"/>
          <a:ext cx="1373490" cy="137349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FFDD1-216B-4D1A-9BC4-74371EB45225}">
      <dsp:nvSpPr>
        <dsp:cNvPr id="0" name=""/>
        <dsp:cNvSpPr/>
      </dsp:nvSpPr>
      <dsp:spPr>
        <a:xfrm>
          <a:off x="573571" y="2870830"/>
          <a:ext cx="796624" cy="7966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F1248-5B54-48E0-A72A-90465A923436}">
      <dsp:nvSpPr>
        <dsp:cNvPr id="0" name=""/>
        <dsp:cNvSpPr/>
      </dsp:nvSpPr>
      <dsp:spPr>
        <a:xfrm>
          <a:off x="1952948" y="2582397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Build machine learning pipelines to detect unusual patterns or predict faults.</a:t>
          </a:r>
          <a:endParaRPr lang="en-US" sz="2400" kern="1200"/>
        </a:p>
      </dsp:txBody>
      <dsp:txXfrm>
        <a:off x="1952948" y="2582397"/>
        <a:ext cx="3237513" cy="1373490"/>
      </dsp:txXfrm>
    </dsp:sp>
    <dsp:sp modelId="{BD144D78-EC72-43F6-83CA-6E83326BCF28}">
      <dsp:nvSpPr>
        <dsp:cNvPr id="0" name=""/>
        <dsp:cNvSpPr/>
      </dsp:nvSpPr>
      <dsp:spPr>
        <a:xfrm>
          <a:off x="5754574" y="2582397"/>
          <a:ext cx="1373490" cy="13734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0E7DC-712A-40D9-AFE1-34DF04D06D4F}">
      <dsp:nvSpPr>
        <dsp:cNvPr id="0" name=""/>
        <dsp:cNvSpPr/>
      </dsp:nvSpPr>
      <dsp:spPr>
        <a:xfrm>
          <a:off x="6043007" y="2870830"/>
          <a:ext cx="796624" cy="7966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C3177-BCB9-4A8F-8A99-8F223977CD45}">
      <dsp:nvSpPr>
        <dsp:cNvPr id="0" name=""/>
        <dsp:cNvSpPr/>
      </dsp:nvSpPr>
      <dsp:spPr>
        <a:xfrm>
          <a:off x="7422384" y="2582397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Enable early alerts to prevent failure and optimize maintenance schedules.</a:t>
          </a:r>
          <a:endParaRPr lang="en-US" sz="2400" kern="1200"/>
        </a:p>
      </dsp:txBody>
      <dsp:txXfrm>
        <a:off x="7422384" y="2582397"/>
        <a:ext cx="3237513" cy="13734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B9094-E098-4A02-980F-B717AAAB4090}">
      <dsp:nvSpPr>
        <dsp:cNvPr id="0" name=""/>
        <dsp:cNvSpPr/>
      </dsp:nvSpPr>
      <dsp:spPr>
        <a:xfrm>
          <a:off x="211986" y="367568"/>
          <a:ext cx="1519794" cy="15552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28F8C-E211-4CC2-8B6B-E3D8861D651C}">
      <dsp:nvSpPr>
        <dsp:cNvPr id="0" name=""/>
        <dsp:cNvSpPr/>
      </dsp:nvSpPr>
      <dsp:spPr>
        <a:xfrm>
          <a:off x="531143" y="694178"/>
          <a:ext cx="881481" cy="9020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9AAC1-45EC-4915-B83B-66386FE18452}">
      <dsp:nvSpPr>
        <dsp:cNvPr id="0" name=""/>
        <dsp:cNvSpPr/>
      </dsp:nvSpPr>
      <dsp:spPr>
        <a:xfrm>
          <a:off x="1952948" y="458466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Use OBD-II data to monitor vehicle health.</a:t>
          </a:r>
          <a:endParaRPr lang="en-US" sz="2800" kern="1200" dirty="0"/>
        </a:p>
      </dsp:txBody>
      <dsp:txXfrm>
        <a:off x="1952948" y="458466"/>
        <a:ext cx="3237513" cy="1373490"/>
      </dsp:txXfrm>
    </dsp:sp>
    <dsp:sp modelId="{6825F9AB-C02D-4648-A18F-2A99F0D5FF4A}">
      <dsp:nvSpPr>
        <dsp:cNvPr id="0" name=""/>
        <dsp:cNvSpPr/>
      </dsp:nvSpPr>
      <dsp:spPr>
        <a:xfrm>
          <a:off x="5754574" y="367568"/>
          <a:ext cx="1519794" cy="15552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AE8B3-E56F-4DD7-86EF-C47FF37DFAAB}">
      <dsp:nvSpPr>
        <dsp:cNvPr id="0" name=""/>
        <dsp:cNvSpPr/>
      </dsp:nvSpPr>
      <dsp:spPr>
        <a:xfrm>
          <a:off x="6073731" y="694178"/>
          <a:ext cx="881481" cy="9020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B4B92-A339-491E-AF87-15D75D77238B}">
      <dsp:nvSpPr>
        <dsp:cNvPr id="0" name=""/>
        <dsp:cNvSpPr/>
      </dsp:nvSpPr>
      <dsp:spPr>
        <a:xfrm>
          <a:off x="7495536" y="458466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Collect real-time sensor data using Raspberry Pi and OBD-II scanners.</a:t>
          </a:r>
          <a:endParaRPr lang="en-US" sz="2800" kern="1200" dirty="0"/>
        </a:p>
      </dsp:txBody>
      <dsp:txXfrm>
        <a:off x="7495536" y="458466"/>
        <a:ext cx="3237513" cy="1373490"/>
      </dsp:txXfrm>
    </dsp:sp>
    <dsp:sp modelId="{1D3A9CFF-6930-4634-A13D-C6449D752538}">
      <dsp:nvSpPr>
        <dsp:cNvPr id="0" name=""/>
        <dsp:cNvSpPr/>
      </dsp:nvSpPr>
      <dsp:spPr>
        <a:xfrm>
          <a:off x="211986" y="2859237"/>
          <a:ext cx="965811" cy="100160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FFDD1-216B-4D1A-9BC4-74371EB45225}">
      <dsp:nvSpPr>
        <dsp:cNvPr id="0" name=""/>
        <dsp:cNvSpPr/>
      </dsp:nvSpPr>
      <dsp:spPr>
        <a:xfrm>
          <a:off x="414806" y="3069574"/>
          <a:ext cx="560170" cy="5809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F1248-5B54-48E0-A72A-90465A923436}">
      <dsp:nvSpPr>
        <dsp:cNvPr id="0" name=""/>
        <dsp:cNvSpPr/>
      </dsp:nvSpPr>
      <dsp:spPr>
        <a:xfrm>
          <a:off x="1675956" y="2673294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Build machine learning pipelines to detect unusual patterns or predict faults.</a:t>
          </a:r>
          <a:endParaRPr lang="en-US" sz="1600" kern="1200" dirty="0"/>
        </a:p>
      </dsp:txBody>
      <dsp:txXfrm>
        <a:off x="1675956" y="2673294"/>
        <a:ext cx="3237513" cy="1373490"/>
      </dsp:txXfrm>
    </dsp:sp>
    <dsp:sp modelId="{BD144D78-EC72-43F6-83CA-6E83326BCF28}">
      <dsp:nvSpPr>
        <dsp:cNvPr id="0" name=""/>
        <dsp:cNvSpPr/>
      </dsp:nvSpPr>
      <dsp:spPr>
        <a:xfrm>
          <a:off x="5477582" y="2873288"/>
          <a:ext cx="1007730" cy="97350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0E7DC-712A-40D9-AFE1-34DF04D06D4F}">
      <dsp:nvSpPr>
        <dsp:cNvPr id="0" name=""/>
        <dsp:cNvSpPr/>
      </dsp:nvSpPr>
      <dsp:spPr>
        <a:xfrm>
          <a:off x="5689206" y="3077724"/>
          <a:ext cx="584483" cy="5646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C3177-BCB9-4A8F-8A99-8F223977CD45}">
      <dsp:nvSpPr>
        <dsp:cNvPr id="0" name=""/>
        <dsp:cNvSpPr/>
      </dsp:nvSpPr>
      <dsp:spPr>
        <a:xfrm>
          <a:off x="6962512" y="2673294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Enable early alerts to prevent failure and optimize maintenance schedules.</a:t>
          </a:r>
          <a:endParaRPr lang="en-US" sz="1600" kern="1200" dirty="0"/>
        </a:p>
      </dsp:txBody>
      <dsp:txXfrm>
        <a:off x="6962512" y="2673294"/>
        <a:ext cx="3237513" cy="1373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B9094-E098-4A02-980F-B717AAAB4090}">
      <dsp:nvSpPr>
        <dsp:cNvPr id="0" name=""/>
        <dsp:cNvSpPr/>
      </dsp:nvSpPr>
      <dsp:spPr>
        <a:xfrm>
          <a:off x="6948603" y="361102"/>
          <a:ext cx="989145" cy="98914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28F8C-E211-4CC2-8B6B-E3D8861D651C}">
      <dsp:nvSpPr>
        <dsp:cNvPr id="0" name=""/>
        <dsp:cNvSpPr/>
      </dsp:nvSpPr>
      <dsp:spPr>
        <a:xfrm>
          <a:off x="7156321" y="568821"/>
          <a:ext cx="573704" cy="5737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9AAC1-45EC-4915-B83B-66386FE18452}">
      <dsp:nvSpPr>
        <dsp:cNvPr id="0" name=""/>
        <dsp:cNvSpPr/>
      </dsp:nvSpPr>
      <dsp:spPr>
        <a:xfrm>
          <a:off x="8149713" y="361102"/>
          <a:ext cx="2331556" cy="989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Use OBD-II data to monitor vehicle health.</a:t>
          </a:r>
          <a:endParaRPr lang="en-US" sz="1700" kern="1200" dirty="0"/>
        </a:p>
      </dsp:txBody>
      <dsp:txXfrm>
        <a:off x="8149713" y="361102"/>
        <a:ext cx="2331556" cy="989145"/>
      </dsp:txXfrm>
    </dsp:sp>
    <dsp:sp modelId="{6825F9AB-C02D-4648-A18F-2A99F0D5FF4A}">
      <dsp:nvSpPr>
        <dsp:cNvPr id="0" name=""/>
        <dsp:cNvSpPr/>
      </dsp:nvSpPr>
      <dsp:spPr>
        <a:xfrm>
          <a:off x="6955599" y="1547948"/>
          <a:ext cx="989145" cy="98914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AE8B3-E56F-4DD7-86EF-C47FF37DFAAB}">
      <dsp:nvSpPr>
        <dsp:cNvPr id="0" name=""/>
        <dsp:cNvSpPr/>
      </dsp:nvSpPr>
      <dsp:spPr>
        <a:xfrm>
          <a:off x="7163323" y="1755672"/>
          <a:ext cx="573704" cy="5737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B4B92-A339-491E-AF87-15D75D77238B}">
      <dsp:nvSpPr>
        <dsp:cNvPr id="0" name=""/>
        <dsp:cNvSpPr/>
      </dsp:nvSpPr>
      <dsp:spPr>
        <a:xfrm>
          <a:off x="8156694" y="1547948"/>
          <a:ext cx="2331556" cy="989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Collect real-time sensor data using Raspberry Pi and OBD-II scanners.</a:t>
          </a:r>
          <a:endParaRPr lang="en-US" sz="1700" kern="1200" dirty="0"/>
        </a:p>
      </dsp:txBody>
      <dsp:txXfrm>
        <a:off x="8156694" y="1547948"/>
        <a:ext cx="2331556" cy="989145"/>
      </dsp:txXfrm>
    </dsp:sp>
    <dsp:sp modelId="{1D3A9CFF-6930-4634-A13D-C6449D752538}">
      <dsp:nvSpPr>
        <dsp:cNvPr id="0" name=""/>
        <dsp:cNvSpPr/>
      </dsp:nvSpPr>
      <dsp:spPr>
        <a:xfrm>
          <a:off x="127160" y="962162"/>
          <a:ext cx="2427065" cy="26109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FFDD1-216B-4D1A-9BC4-74371EB45225}">
      <dsp:nvSpPr>
        <dsp:cNvPr id="0" name=""/>
        <dsp:cNvSpPr/>
      </dsp:nvSpPr>
      <dsp:spPr>
        <a:xfrm>
          <a:off x="636843" y="1524419"/>
          <a:ext cx="1407698" cy="15143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F1248-5B54-48E0-A72A-90465A923436}">
      <dsp:nvSpPr>
        <dsp:cNvPr id="0" name=""/>
        <dsp:cNvSpPr/>
      </dsp:nvSpPr>
      <dsp:spPr>
        <a:xfrm>
          <a:off x="2875523" y="1759438"/>
          <a:ext cx="3601089" cy="989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 dirty="0"/>
            <a:t>Build machine learning pipelines to detect unusual patterns or predict faults.</a:t>
          </a:r>
          <a:endParaRPr lang="en-US" sz="3300" kern="1200" dirty="0"/>
        </a:p>
      </dsp:txBody>
      <dsp:txXfrm>
        <a:off x="2875523" y="1759438"/>
        <a:ext cx="3601089" cy="989145"/>
      </dsp:txXfrm>
    </dsp:sp>
    <dsp:sp modelId="{BD144D78-EC72-43F6-83CA-6E83326BCF28}">
      <dsp:nvSpPr>
        <dsp:cNvPr id="0" name=""/>
        <dsp:cNvSpPr/>
      </dsp:nvSpPr>
      <dsp:spPr>
        <a:xfrm>
          <a:off x="6992585" y="2801848"/>
          <a:ext cx="989145" cy="98914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0E7DC-712A-40D9-AFE1-34DF04D06D4F}">
      <dsp:nvSpPr>
        <dsp:cNvPr id="0" name=""/>
        <dsp:cNvSpPr/>
      </dsp:nvSpPr>
      <dsp:spPr>
        <a:xfrm>
          <a:off x="7200306" y="3009565"/>
          <a:ext cx="573704" cy="5737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C3177-BCB9-4A8F-8A99-8F223977CD45}">
      <dsp:nvSpPr>
        <dsp:cNvPr id="0" name=""/>
        <dsp:cNvSpPr/>
      </dsp:nvSpPr>
      <dsp:spPr>
        <a:xfrm>
          <a:off x="8193697" y="2801848"/>
          <a:ext cx="2331556" cy="989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Enable early alerts to prevent failure and optimize maintenance schedules.</a:t>
          </a:r>
          <a:endParaRPr lang="en-US" sz="1700" kern="1200" dirty="0"/>
        </a:p>
      </dsp:txBody>
      <dsp:txXfrm>
        <a:off x="8193697" y="2801848"/>
        <a:ext cx="2331556" cy="9891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B9094-E098-4A02-980F-B717AAAB4090}">
      <dsp:nvSpPr>
        <dsp:cNvPr id="0" name=""/>
        <dsp:cNvSpPr/>
      </dsp:nvSpPr>
      <dsp:spPr>
        <a:xfrm>
          <a:off x="1097378" y="33246"/>
          <a:ext cx="758538" cy="75853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28F8C-E211-4CC2-8B6B-E3D8861D651C}">
      <dsp:nvSpPr>
        <dsp:cNvPr id="0" name=""/>
        <dsp:cNvSpPr/>
      </dsp:nvSpPr>
      <dsp:spPr>
        <a:xfrm>
          <a:off x="1256671" y="192539"/>
          <a:ext cx="439952" cy="4399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9AAC1-45EC-4915-B83B-66386FE18452}">
      <dsp:nvSpPr>
        <dsp:cNvPr id="0" name=""/>
        <dsp:cNvSpPr/>
      </dsp:nvSpPr>
      <dsp:spPr>
        <a:xfrm>
          <a:off x="2018460" y="33246"/>
          <a:ext cx="1787982" cy="758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Use OBD-II data to monitor vehicle health.</a:t>
          </a:r>
          <a:endParaRPr lang="en-US" sz="1300" kern="1200"/>
        </a:p>
      </dsp:txBody>
      <dsp:txXfrm>
        <a:off x="2018460" y="33246"/>
        <a:ext cx="1787982" cy="758538"/>
      </dsp:txXfrm>
    </dsp:sp>
    <dsp:sp modelId="{6825F9AB-C02D-4648-A18F-2A99F0D5FF4A}">
      <dsp:nvSpPr>
        <dsp:cNvPr id="0" name=""/>
        <dsp:cNvSpPr/>
      </dsp:nvSpPr>
      <dsp:spPr>
        <a:xfrm>
          <a:off x="4117986" y="33246"/>
          <a:ext cx="758538" cy="7585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AE8B3-E56F-4DD7-86EF-C47FF37DFAAB}">
      <dsp:nvSpPr>
        <dsp:cNvPr id="0" name=""/>
        <dsp:cNvSpPr/>
      </dsp:nvSpPr>
      <dsp:spPr>
        <a:xfrm>
          <a:off x="4277279" y="192539"/>
          <a:ext cx="439952" cy="4399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B4B92-A339-491E-AF87-15D75D77238B}">
      <dsp:nvSpPr>
        <dsp:cNvPr id="0" name=""/>
        <dsp:cNvSpPr/>
      </dsp:nvSpPr>
      <dsp:spPr>
        <a:xfrm>
          <a:off x="5039068" y="33246"/>
          <a:ext cx="1787982" cy="758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Collect real-time sensor data using Raspberry Pi and OBD-II scanners.</a:t>
          </a:r>
          <a:endParaRPr lang="en-US" sz="1300" kern="1200"/>
        </a:p>
      </dsp:txBody>
      <dsp:txXfrm>
        <a:off x="5039068" y="33246"/>
        <a:ext cx="1787982" cy="758538"/>
      </dsp:txXfrm>
    </dsp:sp>
    <dsp:sp modelId="{1D3A9CFF-6930-4634-A13D-C6449D752538}">
      <dsp:nvSpPr>
        <dsp:cNvPr id="0" name=""/>
        <dsp:cNvSpPr/>
      </dsp:nvSpPr>
      <dsp:spPr>
        <a:xfrm>
          <a:off x="7138593" y="33246"/>
          <a:ext cx="758538" cy="7585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FFDD1-216B-4D1A-9BC4-74371EB45225}">
      <dsp:nvSpPr>
        <dsp:cNvPr id="0" name=""/>
        <dsp:cNvSpPr/>
      </dsp:nvSpPr>
      <dsp:spPr>
        <a:xfrm>
          <a:off x="7297886" y="192539"/>
          <a:ext cx="439952" cy="4399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F1248-5B54-48E0-A72A-90465A923436}">
      <dsp:nvSpPr>
        <dsp:cNvPr id="0" name=""/>
        <dsp:cNvSpPr/>
      </dsp:nvSpPr>
      <dsp:spPr>
        <a:xfrm>
          <a:off x="8059675" y="33246"/>
          <a:ext cx="1787982" cy="758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Build machine learning pipelines to detect unusual patterns or predict faults.</a:t>
          </a:r>
          <a:endParaRPr lang="en-US" sz="1300" kern="1200"/>
        </a:p>
      </dsp:txBody>
      <dsp:txXfrm>
        <a:off x="8059675" y="33246"/>
        <a:ext cx="1787982" cy="758538"/>
      </dsp:txXfrm>
    </dsp:sp>
    <dsp:sp modelId="{BD144D78-EC72-43F6-83CA-6E83326BCF28}">
      <dsp:nvSpPr>
        <dsp:cNvPr id="0" name=""/>
        <dsp:cNvSpPr/>
      </dsp:nvSpPr>
      <dsp:spPr>
        <a:xfrm>
          <a:off x="378932" y="1547952"/>
          <a:ext cx="2830614" cy="28388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0E7DC-712A-40D9-AFE1-34DF04D06D4F}">
      <dsp:nvSpPr>
        <dsp:cNvPr id="0" name=""/>
        <dsp:cNvSpPr/>
      </dsp:nvSpPr>
      <dsp:spPr>
        <a:xfrm>
          <a:off x="973358" y="2144114"/>
          <a:ext cx="1641756" cy="16465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C3177-BCB9-4A8F-8A99-8F223977CD45}">
      <dsp:nvSpPr>
        <dsp:cNvPr id="0" name=""/>
        <dsp:cNvSpPr/>
      </dsp:nvSpPr>
      <dsp:spPr>
        <a:xfrm>
          <a:off x="3899934" y="1547952"/>
          <a:ext cx="7045099" cy="2838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 dirty="0"/>
            <a:t>Enable early alerts to prevent failure and optimize maintenance schedules.</a:t>
          </a:r>
          <a:endParaRPr lang="en-US" sz="4000" kern="1200" dirty="0"/>
        </a:p>
      </dsp:txBody>
      <dsp:txXfrm>
        <a:off x="3899934" y="1547952"/>
        <a:ext cx="7045099" cy="28388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EFF5B-BA0A-4E82-8B51-4C7DDB02CE21}">
      <dsp:nvSpPr>
        <dsp:cNvPr id="0" name=""/>
        <dsp:cNvSpPr/>
      </dsp:nvSpPr>
      <dsp:spPr>
        <a:xfrm>
          <a:off x="0" y="5828"/>
          <a:ext cx="10653579" cy="7636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15B36-124A-44CF-BAD0-B660E86C5FE4}">
      <dsp:nvSpPr>
        <dsp:cNvPr id="0" name=""/>
        <dsp:cNvSpPr/>
      </dsp:nvSpPr>
      <dsp:spPr>
        <a:xfrm>
          <a:off x="231017" y="177659"/>
          <a:ext cx="420032" cy="4200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C8CBE-8CB4-4E74-92CD-F0B6BFD6A232}">
      <dsp:nvSpPr>
        <dsp:cNvPr id="0" name=""/>
        <dsp:cNvSpPr/>
      </dsp:nvSpPr>
      <dsp:spPr>
        <a:xfrm>
          <a:off x="882067" y="5828"/>
          <a:ext cx="9770648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Calibri"/>
              <a:ea typeface="Calibri"/>
              <a:cs typeface="Calibri"/>
            </a:rPr>
            <a:t>Integrated Raspberry Pi for automated data logging.</a:t>
          </a:r>
          <a:endParaRPr lang="en-US" sz="1900" kern="1200">
            <a:latin typeface="Calibri"/>
            <a:ea typeface="Calibri"/>
            <a:cs typeface="Calibri"/>
          </a:endParaRPr>
        </a:p>
      </dsp:txBody>
      <dsp:txXfrm>
        <a:off x="882067" y="5828"/>
        <a:ext cx="9770648" cy="763695"/>
      </dsp:txXfrm>
    </dsp:sp>
    <dsp:sp modelId="{3F767DB1-BE7C-4EAB-AFE3-B5BF3E690DFB}">
      <dsp:nvSpPr>
        <dsp:cNvPr id="0" name=""/>
        <dsp:cNvSpPr/>
      </dsp:nvSpPr>
      <dsp:spPr>
        <a:xfrm>
          <a:off x="0" y="960447"/>
          <a:ext cx="10653579" cy="7636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09317-7144-45AA-B456-0AF6364D8E1D}">
      <dsp:nvSpPr>
        <dsp:cNvPr id="0" name=""/>
        <dsp:cNvSpPr/>
      </dsp:nvSpPr>
      <dsp:spPr>
        <a:xfrm>
          <a:off x="231017" y="1132278"/>
          <a:ext cx="420032" cy="4200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0A697-F7D1-430F-9FF2-88AD62101F7A}">
      <dsp:nvSpPr>
        <dsp:cNvPr id="0" name=""/>
        <dsp:cNvSpPr/>
      </dsp:nvSpPr>
      <dsp:spPr>
        <a:xfrm>
          <a:off x="882067" y="960447"/>
          <a:ext cx="9770648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Calibri"/>
              <a:ea typeface="Calibri"/>
              <a:cs typeface="Calibri"/>
            </a:rPr>
            <a:t>Triggered cloud uploads on Wi-Fi connection.</a:t>
          </a:r>
          <a:endParaRPr lang="en-US" sz="1900" kern="1200">
            <a:latin typeface="Calibri"/>
            <a:ea typeface="Calibri"/>
            <a:cs typeface="Calibri"/>
          </a:endParaRPr>
        </a:p>
      </dsp:txBody>
      <dsp:txXfrm>
        <a:off x="882067" y="960447"/>
        <a:ext cx="9770648" cy="763695"/>
      </dsp:txXfrm>
    </dsp:sp>
    <dsp:sp modelId="{F9F800AC-4C5D-45F4-8E5F-59F1F298F4F4}">
      <dsp:nvSpPr>
        <dsp:cNvPr id="0" name=""/>
        <dsp:cNvSpPr/>
      </dsp:nvSpPr>
      <dsp:spPr>
        <a:xfrm>
          <a:off x="0" y="1915066"/>
          <a:ext cx="10653579" cy="7636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B697A-DBAF-4C5C-BB54-685429614502}">
      <dsp:nvSpPr>
        <dsp:cNvPr id="0" name=""/>
        <dsp:cNvSpPr/>
      </dsp:nvSpPr>
      <dsp:spPr>
        <a:xfrm>
          <a:off x="231017" y="2086897"/>
          <a:ext cx="420032" cy="4200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65F2C-8087-4359-BB1B-F00FDC08A41E}">
      <dsp:nvSpPr>
        <dsp:cNvPr id="0" name=""/>
        <dsp:cNvSpPr/>
      </dsp:nvSpPr>
      <dsp:spPr>
        <a:xfrm>
          <a:off x="882067" y="1915066"/>
          <a:ext cx="9770648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Calibri"/>
              <a:ea typeface="Calibri"/>
              <a:cs typeface="Calibri"/>
            </a:rPr>
            <a:t>Developed dashboard with admin control over the cloud-based preprocessing pipeline on Hugging Face Spaces.</a:t>
          </a:r>
          <a:endParaRPr lang="en-US" sz="1900" kern="1200">
            <a:latin typeface="Calibri"/>
            <a:ea typeface="Calibri"/>
            <a:cs typeface="Calibri"/>
          </a:endParaRPr>
        </a:p>
      </dsp:txBody>
      <dsp:txXfrm>
        <a:off x="882067" y="1915066"/>
        <a:ext cx="9770648" cy="763695"/>
      </dsp:txXfrm>
    </dsp:sp>
    <dsp:sp modelId="{7056F264-F4A4-4E08-AD75-CB87C2A53F2D}">
      <dsp:nvSpPr>
        <dsp:cNvPr id="0" name=""/>
        <dsp:cNvSpPr/>
      </dsp:nvSpPr>
      <dsp:spPr>
        <a:xfrm>
          <a:off x="0" y="2869685"/>
          <a:ext cx="10653579" cy="7636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7BDFA-EC89-452A-B728-BE759BF1C858}">
      <dsp:nvSpPr>
        <dsp:cNvPr id="0" name=""/>
        <dsp:cNvSpPr/>
      </dsp:nvSpPr>
      <dsp:spPr>
        <a:xfrm>
          <a:off x="231017" y="3041516"/>
          <a:ext cx="420032" cy="4200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2CA68-9B8F-405E-8297-975A63A5E6B9}">
      <dsp:nvSpPr>
        <dsp:cNvPr id="0" name=""/>
        <dsp:cNvSpPr/>
      </dsp:nvSpPr>
      <dsp:spPr>
        <a:xfrm>
          <a:off x="882067" y="2869685"/>
          <a:ext cx="4794110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Calibri"/>
              <a:ea typeface="Calibri"/>
              <a:cs typeface="Calibri"/>
            </a:rPr>
            <a:t>Built unsupervised model (K-Means clustering) to categorize driving behavior.</a:t>
          </a:r>
          <a:endParaRPr lang="en-US" sz="1900" kern="1200">
            <a:latin typeface="Calibri"/>
            <a:ea typeface="Calibri"/>
            <a:cs typeface="Calibri"/>
          </a:endParaRPr>
        </a:p>
      </dsp:txBody>
      <dsp:txXfrm>
        <a:off x="882067" y="2869685"/>
        <a:ext cx="4794110" cy="763695"/>
      </dsp:txXfrm>
    </dsp:sp>
    <dsp:sp modelId="{08DBD081-6377-4193-8AAD-9D1EABFE178F}">
      <dsp:nvSpPr>
        <dsp:cNvPr id="0" name=""/>
        <dsp:cNvSpPr/>
      </dsp:nvSpPr>
      <dsp:spPr>
        <a:xfrm>
          <a:off x="5676178" y="2869685"/>
          <a:ext cx="4976538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>
              <a:latin typeface="Calibri"/>
              <a:ea typeface="Calibri"/>
              <a:cs typeface="Calibri"/>
            </a:rPr>
            <a:t>Feature engineered dataset.</a:t>
          </a:r>
          <a:endParaRPr lang="en-US" sz="1100" kern="1200">
            <a:latin typeface="Calibri"/>
            <a:ea typeface="Calibri"/>
            <a:cs typeface="Calibri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>
              <a:latin typeface="Calibri"/>
              <a:ea typeface="Calibri"/>
              <a:cs typeface="Calibri"/>
            </a:rPr>
            <a:t>Evaluated clusters against manually tagged sessions.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>
              <a:latin typeface="Calibri"/>
              <a:ea typeface="Calibri"/>
              <a:cs typeface="Calibri"/>
            </a:rPr>
            <a:t>Testing and automation of clustering pipeline in progress.</a:t>
          </a:r>
          <a:endParaRPr lang="en-US" sz="1100" kern="1200">
            <a:latin typeface="Calibri"/>
            <a:ea typeface="Calibri"/>
            <a:cs typeface="Calibri"/>
          </a:endParaRPr>
        </a:p>
      </dsp:txBody>
      <dsp:txXfrm>
        <a:off x="5676178" y="2869685"/>
        <a:ext cx="4976538" cy="763695"/>
      </dsp:txXfrm>
    </dsp:sp>
    <dsp:sp modelId="{D81192E6-0382-44F6-A8F9-DEEB4248C0CE}">
      <dsp:nvSpPr>
        <dsp:cNvPr id="0" name=""/>
        <dsp:cNvSpPr/>
      </dsp:nvSpPr>
      <dsp:spPr>
        <a:xfrm>
          <a:off x="0" y="3824304"/>
          <a:ext cx="10653579" cy="7636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837D0-399D-47A1-983A-9850C4B2A919}">
      <dsp:nvSpPr>
        <dsp:cNvPr id="0" name=""/>
        <dsp:cNvSpPr/>
      </dsp:nvSpPr>
      <dsp:spPr>
        <a:xfrm>
          <a:off x="231017" y="3996135"/>
          <a:ext cx="420032" cy="4200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F71AD-2A71-45EE-A8D6-304E837EAC47}">
      <dsp:nvSpPr>
        <dsp:cNvPr id="0" name=""/>
        <dsp:cNvSpPr/>
      </dsp:nvSpPr>
      <dsp:spPr>
        <a:xfrm>
          <a:off x="584473" y="3824304"/>
          <a:ext cx="5389299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>
              <a:latin typeface="Calibri"/>
              <a:ea typeface="Calibri"/>
              <a:cs typeface="Calibri"/>
            </a:rPr>
            <a:t>Initial ML Prototyping for Predictive Maintenance</a:t>
          </a:r>
        </a:p>
      </dsp:txBody>
      <dsp:txXfrm>
        <a:off x="584473" y="3824304"/>
        <a:ext cx="5389299" cy="763695"/>
      </dsp:txXfrm>
    </dsp:sp>
    <dsp:sp modelId="{820C6FB3-F0EB-4DE0-931D-79ECD14195FF}">
      <dsp:nvSpPr>
        <dsp:cNvPr id="0" name=""/>
        <dsp:cNvSpPr/>
      </dsp:nvSpPr>
      <dsp:spPr>
        <a:xfrm>
          <a:off x="5735424" y="3824304"/>
          <a:ext cx="4858046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 dirty="0">
              <a:latin typeface="Calibri"/>
              <a:ea typeface="Calibri"/>
              <a:cs typeface="Calibri"/>
            </a:rPr>
            <a:t>Perform EDA processing and data </a:t>
          </a:r>
          <a:r>
            <a:rPr lang="en-US" sz="800" b="0" i="0" kern="1200" baseline="0" dirty="0" err="1">
              <a:latin typeface="Calibri"/>
              <a:ea typeface="Calibri"/>
              <a:cs typeface="Calibri"/>
            </a:rPr>
            <a:t>exploratories</a:t>
          </a:r>
          <a:endParaRPr lang="en-US" sz="800" b="0" i="0" kern="1200" baseline="0" dirty="0">
            <a:latin typeface="Calibri"/>
            <a:ea typeface="Calibri"/>
            <a:cs typeface="Calibri"/>
          </a:endParaRP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 dirty="0">
              <a:latin typeface="Calibri"/>
              <a:ea typeface="Calibri"/>
              <a:cs typeface="Calibri"/>
            </a:rPr>
            <a:t>Used SHAP to rank ENGINE_LOAD, AIRFLOW_PER_RPM </a:t>
          </a:r>
          <a:r>
            <a:rPr lang="en-US" sz="800" b="0" i="0" kern="1200" baseline="0" dirty="0" err="1">
              <a:latin typeface="Calibri"/>
              <a:ea typeface="Calibri"/>
              <a:cs typeface="Calibri"/>
            </a:rPr>
            <a:t>etc</a:t>
          </a:r>
          <a:endParaRPr lang="en-US" sz="800" b="0" i="0" kern="1200" baseline="0" dirty="0">
            <a:latin typeface="Calibri"/>
            <a:ea typeface="Calibri"/>
            <a:cs typeface="Calibri"/>
          </a:endParaRP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 dirty="0">
              <a:latin typeface="Calibri"/>
              <a:ea typeface="Calibri"/>
              <a:cs typeface="Calibri"/>
            </a:rPr>
            <a:t>Labelled “</a:t>
          </a:r>
          <a:r>
            <a:rPr lang="en-US" sz="800" b="0" i="0" kern="1200" baseline="0" dirty="0" err="1">
              <a:latin typeface="Calibri"/>
              <a:ea typeface="Calibri"/>
              <a:cs typeface="Calibri"/>
            </a:rPr>
            <a:t>MaintenanceNeed</a:t>
          </a:r>
          <a:r>
            <a:rPr lang="en-US" sz="800" b="0" i="0" kern="1200" baseline="0" dirty="0">
              <a:latin typeface="Calibri"/>
              <a:ea typeface="Calibri"/>
              <a:cs typeface="Calibri"/>
            </a:rPr>
            <a:t>” via Isolation Forest (on high-stress values)</a:t>
          </a:r>
        </a:p>
        <a:p>
          <a:pPr marL="0" lvl="0" indent="0" algn="l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 dirty="0">
              <a:latin typeface="Calibri"/>
              <a:ea typeface="Calibri"/>
              <a:cs typeface="Calibri"/>
            </a:rPr>
            <a:t>Trained Random Forest/</a:t>
          </a:r>
          <a:r>
            <a:rPr lang="en-US" sz="800" b="0" i="0" kern="1200" baseline="0" dirty="0" err="1">
              <a:latin typeface="Calibri"/>
              <a:ea typeface="Calibri"/>
              <a:cs typeface="Calibri"/>
            </a:rPr>
            <a:t>XGBoost</a:t>
          </a:r>
          <a:r>
            <a:rPr lang="en-US" sz="800" b="0" i="0" kern="1200" baseline="0" dirty="0">
              <a:latin typeface="Calibri"/>
              <a:ea typeface="Calibri"/>
              <a:cs typeface="Calibri"/>
            </a:rPr>
            <a:t> </a:t>
          </a:r>
        </a:p>
      </dsp:txBody>
      <dsp:txXfrm>
        <a:off x="5735424" y="3824304"/>
        <a:ext cx="4858046" cy="7636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EFF5B-BA0A-4E82-8B51-4C7DDB02CE21}">
      <dsp:nvSpPr>
        <dsp:cNvPr id="0" name=""/>
        <dsp:cNvSpPr/>
      </dsp:nvSpPr>
      <dsp:spPr>
        <a:xfrm>
          <a:off x="0" y="146447"/>
          <a:ext cx="10653579" cy="5060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15B36-124A-44CF-BAD0-B660E86C5FE4}">
      <dsp:nvSpPr>
        <dsp:cNvPr id="0" name=""/>
        <dsp:cNvSpPr/>
      </dsp:nvSpPr>
      <dsp:spPr>
        <a:xfrm>
          <a:off x="153089" y="260316"/>
          <a:ext cx="278617" cy="2783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C8CBE-8CB4-4E74-92CD-F0B6BFD6A232}">
      <dsp:nvSpPr>
        <dsp:cNvPr id="0" name=""/>
        <dsp:cNvSpPr/>
      </dsp:nvSpPr>
      <dsp:spPr>
        <a:xfrm>
          <a:off x="584797" y="146447"/>
          <a:ext cx="9998827" cy="632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50" tIns="66950" rIns="66950" bIns="669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Calibri"/>
              <a:ea typeface="Calibri"/>
              <a:cs typeface="Calibri"/>
            </a:rPr>
            <a:t>Integrated Raspberry Pi for automated data logging.</a:t>
          </a:r>
          <a:endParaRPr lang="en-US" sz="1900" kern="1200">
            <a:latin typeface="Calibri"/>
            <a:ea typeface="Calibri"/>
            <a:cs typeface="Calibri"/>
          </a:endParaRPr>
        </a:p>
      </dsp:txBody>
      <dsp:txXfrm>
        <a:off x="584797" y="146447"/>
        <a:ext cx="9998827" cy="632603"/>
      </dsp:txXfrm>
    </dsp:sp>
    <dsp:sp modelId="{3F767DB1-BE7C-4EAB-AFE3-B5BF3E690DFB}">
      <dsp:nvSpPr>
        <dsp:cNvPr id="0" name=""/>
        <dsp:cNvSpPr/>
      </dsp:nvSpPr>
      <dsp:spPr>
        <a:xfrm>
          <a:off x="0" y="937201"/>
          <a:ext cx="10653579" cy="5060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09317-7144-45AA-B456-0AF6364D8E1D}">
      <dsp:nvSpPr>
        <dsp:cNvPr id="0" name=""/>
        <dsp:cNvSpPr/>
      </dsp:nvSpPr>
      <dsp:spPr>
        <a:xfrm>
          <a:off x="153089" y="1051070"/>
          <a:ext cx="278617" cy="2783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0A697-F7D1-430F-9FF2-88AD62101F7A}">
      <dsp:nvSpPr>
        <dsp:cNvPr id="0" name=""/>
        <dsp:cNvSpPr/>
      </dsp:nvSpPr>
      <dsp:spPr>
        <a:xfrm>
          <a:off x="584797" y="937201"/>
          <a:ext cx="9998827" cy="632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50" tIns="66950" rIns="66950" bIns="669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Calibri"/>
              <a:ea typeface="Calibri"/>
              <a:cs typeface="Calibri"/>
            </a:rPr>
            <a:t>Triggered cloud uploads on Wi-Fi connection.</a:t>
          </a:r>
          <a:endParaRPr lang="en-US" sz="1900" kern="1200">
            <a:latin typeface="Calibri"/>
            <a:ea typeface="Calibri"/>
            <a:cs typeface="Calibri"/>
          </a:endParaRPr>
        </a:p>
      </dsp:txBody>
      <dsp:txXfrm>
        <a:off x="584797" y="937201"/>
        <a:ext cx="9998827" cy="632603"/>
      </dsp:txXfrm>
    </dsp:sp>
    <dsp:sp modelId="{F9F800AC-4C5D-45F4-8E5F-59F1F298F4F4}">
      <dsp:nvSpPr>
        <dsp:cNvPr id="0" name=""/>
        <dsp:cNvSpPr/>
      </dsp:nvSpPr>
      <dsp:spPr>
        <a:xfrm>
          <a:off x="0" y="1727955"/>
          <a:ext cx="10653579" cy="11379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B697A-DBAF-4C5C-BB54-685429614502}">
      <dsp:nvSpPr>
        <dsp:cNvPr id="0" name=""/>
        <dsp:cNvSpPr/>
      </dsp:nvSpPr>
      <dsp:spPr>
        <a:xfrm>
          <a:off x="153089" y="2157741"/>
          <a:ext cx="278617" cy="2783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65F2C-8087-4359-BB1B-F00FDC08A41E}">
      <dsp:nvSpPr>
        <dsp:cNvPr id="0" name=""/>
        <dsp:cNvSpPr/>
      </dsp:nvSpPr>
      <dsp:spPr>
        <a:xfrm>
          <a:off x="584797" y="2043872"/>
          <a:ext cx="9998827" cy="632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50" tIns="66950" rIns="66950" bIns="6695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/>
              <a:ea typeface="Calibri"/>
              <a:cs typeface="Calibri"/>
            </a:rPr>
            <a:t>Developed dashboard with admin control over the cloud-based preprocessing pipeline on Hugging Face Spaces.</a:t>
          </a:r>
          <a:endParaRPr lang="en-US" sz="2000" kern="1200" dirty="0">
            <a:latin typeface="Calibri"/>
            <a:ea typeface="Calibri"/>
            <a:cs typeface="Calibri"/>
          </a:endParaRPr>
        </a:p>
      </dsp:txBody>
      <dsp:txXfrm>
        <a:off x="584797" y="2043872"/>
        <a:ext cx="9998827" cy="632603"/>
      </dsp:txXfrm>
    </dsp:sp>
    <dsp:sp modelId="{7056F264-F4A4-4E08-AD75-CB87C2A53F2D}">
      <dsp:nvSpPr>
        <dsp:cNvPr id="0" name=""/>
        <dsp:cNvSpPr/>
      </dsp:nvSpPr>
      <dsp:spPr>
        <a:xfrm>
          <a:off x="0" y="3024022"/>
          <a:ext cx="10653579" cy="5060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7BDFA-EC89-452A-B728-BE759BF1C858}">
      <dsp:nvSpPr>
        <dsp:cNvPr id="0" name=""/>
        <dsp:cNvSpPr/>
      </dsp:nvSpPr>
      <dsp:spPr>
        <a:xfrm>
          <a:off x="153089" y="3137891"/>
          <a:ext cx="278617" cy="2783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2CA68-9B8F-405E-8297-975A63A5E6B9}">
      <dsp:nvSpPr>
        <dsp:cNvPr id="0" name=""/>
        <dsp:cNvSpPr/>
      </dsp:nvSpPr>
      <dsp:spPr>
        <a:xfrm>
          <a:off x="584797" y="3024022"/>
          <a:ext cx="9998827" cy="632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50" tIns="66950" rIns="66950" bIns="669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Calibri"/>
              <a:ea typeface="Calibri"/>
              <a:cs typeface="Calibri"/>
            </a:rPr>
            <a:t>Built unsupervised model (K-Means clustering) to categorize driving behavior.</a:t>
          </a:r>
          <a:endParaRPr lang="en-US" sz="1900" kern="1200">
            <a:latin typeface="Calibri"/>
            <a:ea typeface="Calibri"/>
            <a:cs typeface="Calibri"/>
          </a:endParaRPr>
        </a:p>
      </dsp:txBody>
      <dsp:txXfrm>
        <a:off x="584797" y="3024022"/>
        <a:ext cx="9998827" cy="632603"/>
      </dsp:txXfrm>
    </dsp:sp>
    <dsp:sp modelId="{D81192E6-0382-44F6-A8F9-DEEB4248C0CE}">
      <dsp:nvSpPr>
        <dsp:cNvPr id="0" name=""/>
        <dsp:cNvSpPr/>
      </dsp:nvSpPr>
      <dsp:spPr>
        <a:xfrm>
          <a:off x="0" y="3814776"/>
          <a:ext cx="10653579" cy="5060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837D0-399D-47A1-983A-9850C4B2A919}">
      <dsp:nvSpPr>
        <dsp:cNvPr id="0" name=""/>
        <dsp:cNvSpPr/>
      </dsp:nvSpPr>
      <dsp:spPr>
        <a:xfrm>
          <a:off x="153089" y="3928645"/>
          <a:ext cx="278617" cy="2783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F71AD-2A71-45EE-A8D6-304E837EAC47}">
      <dsp:nvSpPr>
        <dsp:cNvPr id="0" name=""/>
        <dsp:cNvSpPr/>
      </dsp:nvSpPr>
      <dsp:spPr>
        <a:xfrm>
          <a:off x="584797" y="3814776"/>
          <a:ext cx="9998827" cy="632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50" tIns="66950" rIns="66950" bIns="669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Calibri"/>
              <a:ea typeface="Calibri"/>
              <a:cs typeface="Calibri"/>
            </a:rPr>
            <a:t>Initial ML Prototyping for Predictive Maintenance</a:t>
          </a:r>
        </a:p>
      </dsp:txBody>
      <dsp:txXfrm>
        <a:off x="584797" y="3814776"/>
        <a:ext cx="9998827" cy="6326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EFF5B-BA0A-4E82-8B51-4C7DDB02CE21}">
      <dsp:nvSpPr>
        <dsp:cNvPr id="0" name=""/>
        <dsp:cNvSpPr/>
      </dsp:nvSpPr>
      <dsp:spPr>
        <a:xfrm>
          <a:off x="0" y="188680"/>
          <a:ext cx="10653579" cy="4625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15B36-124A-44CF-BAD0-B660E86C5FE4}">
      <dsp:nvSpPr>
        <dsp:cNvPr id="0" name=""/>
        <dsp:cNvSpPr/>
      </dsp:nvSpPr>
      <dsp:spPr>
        <a:xfrm>
          <a:off x="139912" y="292747"/>
          <a:ext cx="254634" cy="2543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C8CBE-8CB4-4E74-92CD-F0B6BFD6A232}">
      <dsp:nvSpPr>
        <dsp:cNvPr id="0" name=""/>
        <dsp:cNvSpPr/>
      </dsp:nvSpPr>
      <dsp:spPr>
        <a:xfrm>
          <a:off x="534458" y="188680"/>
          <a:ext cx="10039273" cy="607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247" tIns="64247" rIns="64247" bIns="6424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Calibri"/>
              <a:ea typeface="Calibri"/>
              <a:cs typeface="Calibri"/>
            </a:rPr>
            <a:t>Integrated Raspberry Pi for automated data logging.</a:t>
          </a:r>
          <a:endParaRPr lang="en-US" sz="1700" kern="1200">
            <a:latin typeface="Calibri"/>
            <a:ea typeface="Calibri"/>
            <a:cs typeface="Calibri"/>
          </a:endParaRPr>
        </a:p>
      </dsp:txBody>
      <dsp:txXfrm>
        <a:off x="534458" y="188680"/>
        <a:ext cx="10039273" cy="607056"/>
      </dsp:txXfrm>
    </dsp:sp>
    <dsp:sp modelId="{3F767DB1-BE7C-4EAB-AFE3-B5BF3E690DFB}">
      <dsp:nvSpPr>
        <dsp:cNvPr id="0" name=""/>
        <dsp:cNvSpPr/>
      </dsp:nvSpPr>
      <dsp:spPr>
        <a:xfrm>
          <a:off x="0" y="947501"/>
          <a:ext cx="10653579" cy="4625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09317-7144-45AA-B456-0AF6364D8E1D}">
      <dsp:nvSpPr>
        <dsp:cNvPr id="0" name=""/>
        <dsp:cNvSpPr/>
      </dsp:nvSpPr>
      <dsp:spPr>
        <a:xfrm>
          <a:off x="139912" y="1051568"/>
          <a:ext cx="254634" cy="2543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0A697-F7D1-430F-9FF2-88AD62101F7A}">
      <dsp:nvSpPr>
        <dsp:cNvPr id="0" name=""/>
        <dsp:cNvSpPr/>
      </dsp:nvSpPr>
      <dsp:spPr>
        <a:xfrm>
          <a:off x="534458" y="947501"/>
          <a:ext cx="10039273" cy="607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247" tIns="64247" rIns="64247" bIns="6424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Calibri"/>
              <a:ea typeface="Calibri"/>
              <a:cs typeface="Calibri"/>
            </a:rPr>
            <a:t>Triggered cloud uploads on Wi-Fi connection.</a:t>
          </a:r>
          <a:endParaRPr lang="en-US" sz="1700" kern="1200">
            <a:latin typeface="Calibri"/>
            <a:ea typeface="Calibri"/>
            <a:cs typeface="Calibri"/>
          </a:endParaRPr>
        </a:p>
      </dsp:txBody>
      <dsp:txXfrm>
        <a:off x="534458" y="947501"/>
        <a:ext cx="10039273" cy="607056"/>
      </dsp:txXfrm>
    </dsp:sp>
    <dsp:sp modelId="{F9F800AC-4C5D-45F4-8E5F-59F1F298F4F4}">
      <dsp:nvSpPr>
        <dsp:cNvPr id="0" name=""/>
        <dsp:cNvSpPr/>
      </dsp:nvSpPr>
      <dsp:spPr>
        <a:xfrm>
          <a:off x="0" y="1706322"/>
          <a:ext cx="10653579" cy="4625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B697A-DBAF-4C5C-BB54-685429614502}">
      <dsp:nvSpPr>
        <dsp:cNvPr id="0" name=""/>
        <dsp:cNvSpPr/>
      </dsp:nvSpPr>
      <dsp:spPr>
        <a:xfrm>
          <a:off x="139912" y="1810389"/>
          <a:ext cx="254634" cy="2543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65F2C-8087-4359-BB1B-F00FDC08A41E}">
      <dsp:nvSpPr>
        <dsp:cNvPr id="0" name=""/>
        <dsp:cNvSpPr/>
      </dsp:nvSpPr>
      <dsp:spPr>
        <a:xfrm>
          <a:off x="534458" y="1706322"/>
          <a:ext cx="10039273" cy="607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247" tIns="64247" rIns="64247" bIns="6424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Calibri"/>
              <a:ea typeface="Calibri"/>
              <a:cs typeface="Calibri"/>
            </a:rPr>
            <a:t>Developed dashboard with admin control over the cloud-based preprocessing pipeline on Hugging Face Spaces.</a:t>
          </a:r>
          <a:endParaRPr lang="en-US" sz="1700" kern="1200">
            <a:latin typeface="Calibri"/>
            <a:ea typeface="Calibri"/>
            <a:cs typeface="Calibri"/>
          </a:endParaRPr>
        </a:p>
      </dsp:txBody>
      <dsp:txXfrm>
        <a:off x="534458" y="1706322"/>
        <a:ext cx="10039273" cy="607056"/>
      </dsp:txXfrm>
    </dsp:sp>
    <dsp:sp modelId="{7056F264-F4A4-4E08-AD75-CB87C2A53F2D}">
      <dsp:nvSpPr>
        <dsp:cNvPr id="0" name=""/>
        <dsp:cNvSpPr/>
      </dsp:nvSpPr>
      <dsp:spPr>
        <a:xfrm>
          <a:off x="0" y="2465143"/>
          <a:ext cx="10653579" cy="11811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7BDFA-EC89-452A-B728-BE759BF1C858}">
      <dsp:nvSpPr>
        <dsp:cNvPr id="0" name=""/>
        <dsp:cNvSpPr/>
      </dsp:nvSpPr>
      <dsp:spPr>
        <a:xfrm>
          <a:off x="139912" y="2928542"/>
          <a:ext cx="254634" cy="2543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2CA68-9B8F-405E-8297-975A63A5E6B9}">
      <dsp:nvSpPr>
        <dsp:cNvPr id="0" name=""/>
        <dsp:cNvSpPr/>
      </dsp:nvSpPr>
      <dsp:spPr>
        <a:xfrm>
          <a:off x="534458" y="2824475"/>
          <a:ext cx="4794110" cy="607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247" tIns="64247" rIns="64247" bIns="6424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/>
              <a:ea typeface="Calibri"/>
              <a:cs typeface="Calibri"/>
            </a:rPr>
            <a:t>Built unsupervised model (K-Means clustering) to categorize driving behavior.</a:t>
          </a:r>
          <a:endParaRPr lang="en-US" sz="2000" kern="1200" dirty="0">
            <a:latin typeface="Calibri"/>
            <a:ea typeface="Calibri"/>
            <a:cs typeface="Calibri"/>
          </a:endParaRPr>
        </a:p>
      </dsp:txBody>
      <dsp:txXfrm>
        <a:off x="534458" y="2824475"/>
        <a:ext cx="4794110" cy="607056"/>
      </dsp:txXfrm>
    </dsp:sp>
    <dsp:sp modelId="{08DBD081-6377-4193-8AAD-9D1EABFE178F}">
      <dsp:nvSpPr>
        <dsp:cNvPr id="0" name=""/>
        <dsp:cNvSpPr/>
      </dsp:nvSpPr>
      <dsp:spPr>
        <a:xfrm>
          <a:off x="5328569" y="2824475"/>
          <a:ext cx="5245162" cy="46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950" tIns="48950" rIns="48950" bIns="489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>
              <a:latin typeface="Calibri"/>
              <a:ea typeface="Calibri"/>
              <a:cs typeface="Calibri"/>
            </a:rPr>
            <a:t>Feature engineered dataset.</a:t>
          </a:r>
          <a:endParaRPr lang="en-US" sz="1500" kern="1200" dirty="0">
            <a:latin typeface="Calibri"/>
            <a:ea typeface="Calibri"/>
            <a:cs typeface="Calibri"/>
          </a:endParaRP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>
              <a:latin typeface="Calibri"/>
              <a:ea typeface="Calibri"/>
              <a:cs typeface="Calibri"/>
            </a:rPr>
            <a:t>Evaluated clusters against manually tagged sessions.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>
              <a:latin typeface="Calibri"/>
              <a:ea typeface="Calibri"/>
              <a:cs typeface="Calibri"/>
            </a:rPr>
            <a:t>Testing and automation of clustering pipeline in progress.</a:t>
          </a:r>
          <a:endParaRPr lang="en-US" sz="1500" kern="1200" dirty="0">
            <a:latin typeface="Calibri"/>
            <a:ea typeface="Calibri"/>
            <a:cs typeface="Calibri"/>
          </a:endParaRPr>
        </a:p>
      </dsp:txBody>
      <dsp:txXfrm>
        <a:off x="5328569" y="2824475"/>
        <a:ext cx="5245162" cy="462519"/>
      </dsp:txXfrm>
    </dsp:sp>
    <dsp:sp modelId="{D81192E6-0382-44F6-A8F9-DEEB4248C0CE}">
      <dsp:nvSpPr>
        <dsp:cNvPr id="0" name=""/>
        <dsp:cNvSpPr/>
      </dsp:nvSpPr>
      <dsp:spPr>
        <a:xfrm>
          <a:off x="0" y="3798090"/>
          <a:ext cx="10653579" cy="4625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837D0-399D-47A1-983A-9850C4B2A919}">
      <dsp:nvSpPr>
        <dsp:cNvPr id="0" name=""/>
        <dsp:cNvSpPr/>
      </dsp:nvSpPr>
      <dsp:spPr>
        <a:xfrm>
          <a:off x="139912" y="3902157"/>
          <a:ext cx="254634" cy="25438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F71AD-2A71-45EE-A8D6-304E837EAC47}">
      <dsp:nvSpPr>
        <dsp:cNvPr id="0" name=""/>
        <dsp:cNvSpPr/>
      </dsp:nvSpPr>
      <dsp:spPr>
        <a:xfrm>
          <a:off x="534458" y="3798090"/>
          <a:ext cx="10039273" cy="607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247" tIns="64247" rIns="64247" bIns="6424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Calibri"/>
              <a:ea typeface="Calibri"/>
              <a:cs typeface="Calibri"/>
            </a:rPr>
            <a:t>Initial ML Prototyping for Predictive Maintenance</a:t>
          </a:r>
        </a:p>
      </dsp:txBody>
      <dsp:txXfrm>
        <a:off x="534458" y="3798090"/>
        <a:ext cx="10039273" cy="6070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EFF5B-BA0A-4E82-8B51-4C7DDB02CE21}">
      <dsp:nvSpPr>
        <dsp:cNvPr id="0" name=""/>
        <dsp:cNvSpPr/>
      </dsp:nvSpPr>
      <dsp:spPr>
        <a:xfrm>
          <a:off x="0" y="217925"/>
          <a:ext cx="10653579" cy="4373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15B36-124A-44CF-BAD0-B660E86C5FE4}">
      <dsp:nvSpPr>
        <dsp:cNvPr id="0" name=""/>
        <dsp:cNvSpPr/>
      </dsp:nvSpPr>
      <dsp:spPr>
        <a:xfrm>
          <a:off x="132313" y="316340"/>
          <a:ext cx="241040" cy="2405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C8CBE-8CB4-4E74-92CD-F0B6BFD6A232}">
      <dsp:nvSpPr>
        <dsp:cNvPr id="0" name=""/>
        <dsp:cNvSpPr/>
      </dsp:nvSpPr>
      <dsp:spPr>
        <a:xfrm>
          <a:off x="505667" y="217925"/>
          <a:ext cx="10064219" cy="587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04" tIns="62204" rIns="62204" bIns="622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Calibri"/>
              <a:ea typeface="Calibri"/>
              <a:cs typeface="Calibri"/>
            </a:rPr>
            <a:t>Integrated Raspberry Pi for automated data logging.</a:t>
          </a:r>
          <a:endParaRPr lang="en-US" sz="1700" kern="1200">
            <a:latin typeface="Calibri"/>
            <a:ea typeface="Calibri"/>
            <a:cs typeface="Calibri"/>
          </a:endParaRPr>
        </a:p>
      </dsp:txBody>
      <dsp:txXfrm>
        <a:off x="505667" y="217925"/>
        <a:ext cx="10064219" cy="587756"/>
      </dsp:txXfrm>
    </dsp:sp>
    <dsp:sp modelId="{3F767DB1-BE7C-4EAB-AFE3-B5BF3E690DFB}">
      <dsp:nvSpPr>
        <dsp:cNvPr id="0" name=""/>
        <dsp:cNvSpPr/>
      </dsp:nvSpPr>
      <dsp:spPr>
        <a:xfrm>
          <a:off x="0" y="952621"/>
          <a:ext cx="10653579" cy="4373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09317-7144-45AA-B456-0AF6364D8E1D}">
      <dsp:nvSpPr>
        <dsp:cNvPr id="0" name=""/>
        <dsp:cNvSpPr/>
      </dsp:nvSpPr>
      <dsp:spPr>
        <a:xfrm>
          <a:off x="132313" y="1051036"/>
          <a:ext cx="241040" cy="2405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0A697-F7D1-430F-9FF2-88AD62101F7A}">
      <dsp:nvSpPr>
        <dsp:cNvPr id="0" name=""/>
        <dsp:cNvSpPr/>
      </dsp:nvSpPr>
      <dsp:spPr>
        <a:xfrm>
          <a:off x="505667" y="952621"/>
          <a:ext cx="10064219" cy="587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04" tIns="62204" rIns="62204" bIns="622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Calibri"/>
              <a:ea typeface="Calibri"/>
              <a:cs typeface="Calibri"/>
            </a:rPr>
            <a:t>Triggered cloud uploads on Wi-Fi connection.</a:t>
          </a:r>
          <a:endParaRPr lang="en-US" sz="1700" kern="1200">
            <a:latin typeface="Calibri"/>
            <a:ea typeface="Calibri"/>
            <a:cs typeface="Calibri"/>
          </a:endParaRPr>
        </a:p>
      </dsp:txBody>
      <dsp:txXfrm>
        <a:off x="505667" y="952621"/>
        <a:ext cx="10064219" cy="587756"/>
      </dsp:txXfrm>
    </dsp:sp>
    <dsp:sp modelId="{F9F800AC-4C5D-45F4-8E5F-59F1F298F4F4}">
      <dsp:nvSpPr>
        <dsp:cNvPr id="0" name=""/>
        <dsp:cNvSpPr/>
      </dsp:nvSpPr>
      <dsp:spPr>
        <a:xfrm>
          <a:off x="0" y="1687316"/>
          <a:ext cx="10653579" cy="4373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B697A-DBAF-4C5C-BB54-685429614502}">
      <dsp:nvSpPr>
        <dsp:cNvPr id="0" name=""/>
        <dsp:cNvSpPr/>
      </dsp:nvSpPr>
      <dsp:spPr>
        <a:xfrm>
          <a:off x="132313" y="1785731"/>
          <a:ext cx="241040" cy="2405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65F2C-8087-4359-BB1B-F00FDC08A41E}">
      <dsp:nvSpPr>
        <dsp:cNvPr id="0" name=""/>
        <dsp:cNvSpPr/>
      </dsp:nvSpPr>
      <dsp:spPr>
        <a:xfrm>
          <a:off x="505667" y="1687316"/>
          <a:ext cx="10064219" cy="587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04" tIns="62204" rIns="62204" bIns="622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Calibri"/>
              <a:ea typeface="Calibri"/>
              <a:cs typeface="Calibri"/>
            </a:rPr>
            <a:t>Developed dashboard with admin control over the cloud-based preprocessing pipeline on Hugging Face Spaces.</a:t>
          </a:r>
          <a:endParaRPr lang="en-US" sz="1700" kern="1200">
            <a:latin typeface="Calibri"/>
            <a:ea typeface="Calibri"/>
            <a:cs typeface="Calibri"/>
          </a:endParaRPr>
        </a:p>
      </dsp:txBody>
      <dsp:txXfrm>
        <a:off x="505667" y="1687316"/>
        <a:ext cx="10064219" cy="587756"/>
      </dsp:txXfrm>
    </dsp:sp>
    <dsp:sp modelId="{7056F264-F4A4-4E08-AD75-CB87C2A53F2D}">
      <dsp:nvSpPr>
        <dsp:cNvPr id="0" name=""/>
        <dsp:cNvSpPr/>
      </dsp:nvSpPr>
      <dsp:spPr>
        <a:xfrm>
          <a:off x="0" y="2422011"/>
          <a:ext cx="10653579" cy="4373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7BDFA-EC89-452A-B728-BE759BF1C858}">
      <dsp:nvSpPr>
        <dsp:cNvPr id="0" name=""/>
        <dsp:cNvSpPr/>
      </dsp:nvSpPr>
      <dsp:spPr>
        <a:xfrm>
          <a:off x="132313" y="2520426"/>
          <a:ext cx="241040" cy="2405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2CA68-9B8F-405E-8297-975A63A5E6B9}">
      <dsp:nvSpPr>
        <dsp:cNvPr id="0" name=""/>
        <dsp:cNvSpPr/>
      </dsp:nvSpPr>
      <dsp:spPr>
        <a:xfrm>
          <a:off x="505667" y="2422011"/>
          <a:ext cx="10064219" cy="587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04" tIns="62204" rIns="62204" bIns="622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Calibri"/>
              <a:ea typeface="Calibri"/>
              <a:cs typeface="Calibri"/>
            </a:rPr>
            <a:t>Built unsupervised model (K-Means clustering) to categorize driving behavior.</a:t>
          </a:r>
          <a:endParaRPr lang="en-US" sz="1700" kern="1200">
            <a:latin typeface="Calibri"/>
            <a:ea typeface="Calibri"/>
            <a:cs typeface="Calibri"/>
          </a:endParaRPr>
        </a:p>
      </dsp:txBody>
      <dsp:txXfrm>
        <a:off x="505667" y="2422011"/>
        <a:ext cx="10064219" cy="587756"/>
      </dsp:txXfrm>
    </dsp:sp>
    <dsp:sp modelId="{D81192E6-0382-44F6-A8F9-DEEB4248C0CE}">
      <dsp:nvSpPr>
        <dsp:cNvPr id="0" name=""/>
        <dsp:cNvSpPr/>
      </dsp:nvSpPr>
      <dsp:spPr>
        <a:xfrm>
          <a:off x="0" y="3156706"/>
          <a:ext cx="10653579" cy="12191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837D0-399D-47A1-983A-9850C4B2A919}">
      <dsp:nvSpPr>
        <dsp:cNvPr id="0" name=""/>
        <dsp:cNvSpPr/>
      </dsp:nvSpPr>
      <dsp:spPr>
        <a:xfrm>
          <a:off x="132313" y="3646019"/>
          <a:ext cx="241040" cy="2405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F71AD-2A71-45EE-A8D6-304E837EAC47}">
      <dsp:nvSpPr>
        <dsp:cNvPr id="0" name=""/>
        <dsp:cNvSpPr/>
      </dsp:nvSpPr>
      <dsp:spPr>
        <a:xfrm>
          <a:off x="505667" y="3547604"/>
          <a:ext cx="3017628" cy="587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04" tIns="62204" rIns="62204" bIns="6220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/>
              <a:ea typeface="Calibri"/>
              <a:cs typeface="Calibri"/>
            </a:rPr>
            <a:t>Initial ML Prototyping for Predictive Maintenance</a:t>
          </a:r>
        </a:p>
      </dsp:txBody>
      <dsp:txXfrm>
        <a:off x="505667" y="3547604"/>
        <a:ext cx="3017628" cy="587756"/>
      </dsp:txXfrm>
    </dsp:sp>
    <dsp:sp modelId="{820C6FB3-F0EB-4DE0-931D-79ECD14195FF}">
      <dsp:nvSpPr>
        <dsp:cNvPr id="0" name=""/>
        <dsp:cNvSpPr/>
      </dsp:nvSpPr>
      <dsp:spPr>
        <a:xfrm>
          <a:off x="3433812" y="3547604"/>
          <a:ext cx="6456041" cy="438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382" tIns="46382" rIns="46382" bIns="4638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>
              <a:latin typeface="Calibri"/>
              <a:ea typeface="Calibri"/>
              <a:cs typeface="Calibri"/>
            </a:rPr>
            <a:t>Perform EDA processing and data </a:t>
          </a:r>
          <a:r>
            <a:rPr lang="en-US" sz="1500" b="0" i="0" kern="1200" baseline="0" dirty="0" err="1">
              <a:latin typeface="Calibri"/>
              <a:ea typeface="Calibri"/>
              <a:cs typeface="Calibri"/>
            </a:rPr>
            <a:t>exploratories</a:t>
          </a:r>
          <a:endParaRPr lang="en-US" sz="1500" b="0" i="0" kern="1200" baseline="0" dirty="0">
            <a:latin typeface="Calibri"/>
            <a:ea typeface="Calibri"/>
            <a:cs typeface="Calibri"/>
          </a:endParaRP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>
              <a:latin typeface="Calibri"/>
              <a:ea typeface="Calibri"/>
              <a:cs typeface="Calibri"/>
            </a:rPr>
            <a:t>Used SHAP to rank ENGINE_LOAD, AIRFLOW_PER_RPM </a:t>
          </a:r>
          <a:r>
            <a:rPr lang="en-US" sz="1500" b="0" i="0" kern="1200" baseline="0" dirty="0" err="1">
              <a:latin typeface="Calibri"/>
              <a:ea typeface="Calibri"/>
              <a:cs typeface="Calibri"/>
            </a:rPr>
            <a:t>etc</a:t>
          </a:r>
          <a:endParaRPr lang="en-US" sz="1500" b="0" i="0" kern="1200" baseline="0" dirty="0">
            <a:latin typeface="Calibri"/>
            <a:ea typeface="Calibri"/>
            <a:cs typeface="Calibri"/>
          </a:endParaRP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>
              <a:latin typeface="Calibri"/>
              <a:ea typeface="Calibri"/>
              <a:cs typeface="Calibri"/>
            </a:rPr>
            <a:t>Labelled “</a:t>
          </a:r>
          <a:r>
            <a:rPr lang="en-US" sz="1500" b="0" i="0" kern="1200" baseline="0" dirty="0" err="1">
              <a:latin typeface="Calibri"/>
              <a:ea typeface="Calibri"/>
              <a:cs typeface="Calibri"/>
            </a:rPr>
            <a:t>MaintenanceNeed</a:t>
          </a:r>
          <a:r>
            <a:rPr lang="en-US" sz="1500" b="0" i="0" kern="1200" baseline="0" dirty="0">
              <a:latin typeface="Calibri"/>
              <a:ea typeface="Calibri"/>
              <a:cs typeface="Calibri"/>
            </a:rPr>
            <a:t>” via Isolation Forest (on high-stress values)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>
              <a:latin typeface="Calibri"/>
              <a:ea typeface="Calibri"/>
              <a:cs typeface="Calibri"/>
            </a:rPr>
            <a:t>Trained Random Forest/</a:t>
          </a:r>
          <a:r>
            <a:rPr lang="en-US" sz="1500" b="0" i="0" kern="1200" baseline="0" dirty="0" err="1">
              <a:latin typeface="Calibri"/>
              <a:ea typeface="Calibri"/>
              <a:cs typeface="Calibri"/>
            </a:rPr>
            <a:t>XGBoost</a:t>
          </a:r>
          <a:r>
            <a:rPr lang="en-US" sz="1500" b="0" i="0" kern="1200" baseline="0" dirty="0">
              <a:latin typeface="Calibri"/>
              <a:ea typeface="Calibri"/>
              <a:cs typeface="Calibri"/>
            </a:rPr>
            <a:t> </a:t>
          </a:r>
        </a:p>
      </dsp:txBody>
      <dsp:txXfrm>
        <a:off x="3433812" y="3547604"/>
        <a:ext cx="6456041" cy="438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4E2C3-D1D0-6943-BA09-3DF22E77E956}" type="datetimeFigureOut">
              <a:rPr lang="en-US" smtClean="0"/>
              <a:t>6/13/25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C7A66-D0C0-6F41-8BEA-D5536020F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3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9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6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0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6/13/25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7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6/13/25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3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6/13/25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6/13/25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2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6/13/25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49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6/13/25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5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6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microsoft.com/office/2018/10/relationships/comments" Target="../comments/modernComment_105_91629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inkhoale1812-obd-logger.hf.space/ui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98ADF-4723-72E1-2C70-C8E6F532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AU"/>
              <a:t>Solution Approach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45584F7-908A-0626-0040-A4E126A47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303913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2149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64F7E-A2C7-1229-6301-5E2B68E6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1EEF-EF4E-53EC-8B3C-4CFA2469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AU"/>
              <a:t>Solution Approach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3FABF6D-6232-17EE-5D2A-8DC02011AF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4725357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26587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A21C9-CACF-78C0-0C2F-9CEC3842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BFD2-F07D-2729-C105-6B01A3219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AU"/>
              <a:t>Solution Approach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059BCF5-C2F8-9CD4-72F4-7826DFD9BF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899461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0883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FC670-1E59-C782-C4C3-C4F0C181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7564-69B7-94B9-3431-4E1B0C99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AU"/>
              <a:t>Solution Approach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8A40515-14B1-06BC-45EC-3FF542A4C4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827843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6198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8D99-5F52-0C75-AF9E-E8F4D834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en-AU"/>
              <a:t>Sprint 3 – Automation - Driving Behaviour Model – Predictive Maintenance Prototype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0B78F230-B9B0-1AA5-49BB-372FCD47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ADF33C3-996A-89E9-B900-148935BC1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1901718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39159346"/>
      </p:ext>
    </p:extLst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85EB-878F-3E69-3A04-BF4C7A2E2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BF81-0E44-27E8-8149-9E08D31DD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en-AU"/>
              <a:t>Sprint 3 – Automation - Driving Behaviour Model – Predictive Maintenance Prototype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A1316FBA-CA49-5E40-B623-29147DEF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6B22284-7AC7-CBFA-BC64-89EBF31C5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814200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7576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1F209-5EB3-83B5-1FCC-E7C6E66F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93A72F5-B6A9-4D77-74FC-1A2C7167D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7" y="160422"/>
            <a:ext cx="4114267" cy="60661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17A459-DB98-564C-0800-4CABFA583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221" y="1154928"/>
            <a:ext cx="7154779" cy="3587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5221F6-26BF-F0E7-AA68-33D29EED82F4}"/>
              </a:ext>
            </a:extLst>
          </p:cNvPr>
          <p:cNvSpPr txBox="1"/>
          <p:nvPr/>
        </p:nvSpPr>
        <p:spPr>
          <a:xfrm>
            <a:off x="5037221" y="5379906"/>
            <a:ext cx="60990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Web Accessible URL:</a:t>
            </a:r>
          </a:p>
          <a:p>
            <a:r>
              <a:rPr lang="en-US" dirty="0">
                <a:hlinkClick r:id="rId4"/>
              </a:rPr>
              <a:t>https://binkhoale1812-obd-logger.hf.space/ui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007154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15287-CFE6-CA2B-AD49-180208D8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95DBF-D3FF-B82D-2134-FC55B205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en-AU"/>
              <a:t>Sprint 3 – Automation - Driving Behaviour Model – Predictive Maintenance Prototype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FCD6D5E9-527D-CC36-66CB-2F65B5FE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33F3C06-1862-2685-4A24-F6116355CE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8298455"/>
              </p:ext>
            </p:extLst>
          </p:nvPr>
        </p:nvGraphicFramePr>
        <p:xfrm>
          <a:off x="769210" y="1859174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31007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5C54DF8C-DB16-9565-2A0E-6E357EBED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096" y="3610003"/>
            <a:ext cx="7887904" cy="325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C5C381AC-E837-787C-FE4E-BAAE07DFE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81367" cy="324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18889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76FB9-416B-987F-8897-3416A37D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F750-8CA9-2504-C6E7-8A9E9866C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en-AU"/>
              <a:t>Sprint 3 – Automation - Driving Behaviour Model – Predictive Maintenance Prototype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E0B8C9AC-1F12-F76E-18A0-310A9886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3478652-B25D-F8A0-DB91-4BDE253008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921338"/>
              </p:ext>
            </p:extLst>
          </p:nvPr>
        </p:nvGraphicFramePr>
        <p:xfrm>
          <a:off x="1028347" y="1859174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835610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B77DD-F9F7-6534-35DD-33E07DCA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8700A5-9661-AE11-A5C7-0A0B875B8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98835"/>
            <a:ext cx="6229350" cy="139410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A57C2F8-00E4-08D6-F479-8C7C37384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130" y="2788434"/>
            <a:ext cx="6917870" cy="28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page24image43419264">
            <a:extLst>
              <a:ext uri="{FF2B5EF4-FFF2-40B4-BE49-F238E27FC236}">
                <a16:creationId xmlns:a16="http://schemas.microsoft.com/office/drawing/2014/main" id="{9053E38B-EE34-6660-F9F7-BB8CD703F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061"/>
            <a:ext cx="5518966" cy="2963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6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E9D6-C6FE-B41F-CD72-43C7F8C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Reflection – Challenges &amp; Solutions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97B27B35-67B8-9E12-2195-7DD8CF9A5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313"/>
            <a:ext cx="12192000" cy="216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0608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007746-b47c-4056-843d-a0a5a5dd071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6B465F59ED0641B2EF941136ADD965" ma:contentTypeVersion="16" ma:contentTypeDescription="Create a new document." ma:contentTypeScope="" ma:versionID="5c686bb042062ddf438e49f48c166f82">
  <xsd:schema xmlns:xsd="http://www.w3.org/2001/XMLSchema" xmlns:xs="http://www.w3.org/2001/XMLSchema" xmlns:p="http://schemas.microsoft.com/office/2006/metadata/properties" xmlns:ns3="a9007746-b47c-4056-843d-a0a5a5dd071b" xmlns:ns4="e8e4e7ab-6d79-4e95-a9e7-348f892606f2" targetNamespace="http://schemas.microsoft.com/office/2006/metadata/properties" ma:root="true" ma:fieldsID="50251ecc5b5050402b6364635d548e58" ns3:_="" ns4:_="">
    <xsd:import namespace="a9007746-b47c-4056-843d-a0a5a5dd071b"/>
    <xsd:import namespace="e8e4e7ab-6d79-4e95-a9e7-348f892606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007746-b47c-4056-843d-a0a5a5dd0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e4e7ab-6d79-4e95-a9e7-348f892606f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E95A6E-5664-416D-9A13-0EBBFB74D7F1}">
  <ds:schemaRefs>
    <ds:schemaRef ds:uri="a9007746-b47c-4056-843d-a0a5a5dd071b"/>
    <ds:schemaRef ds:uri="e8e4e7ab-6d79-4e95-a9e7-348f892606f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B0B3CB8-E0BB-4E0C-906A-0438DCCF0DC6}">
  <ds:schemaRefs>
    <ds:schemaRef ds:uri="a9007746-b47c-4056-843d-a0a5a5dd071b"/>
    <ds:schemaRef ds:uri="e8e4e7ab-6d79-4e95-a9e7-348f892606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CD98F81-E541-489F-91D9-F45699358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f7f7579-3e9c-4a7e-b844-420280f53859}" enabled="0" method="" siteId="{df7f7579-3e9c-4a7e-b844-420280f5385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560</Words>
  <Application>Microsoft Macintosh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Neue Haas Grotesk Text Pro</vt:lpstr>
      <vt:lpstr>VanillaVTI</vt:lpstr>
      <vt:lpstr>Solution Approach</vt:lpstr>
      <vt:lpstr>Solution Approach</vt:lpstr>
      <vt:lpstr>Solution Approach</vt:lpstr>
      <vt:lpstr>Solution Approach</vt:lpstr>
      <vt:lpstr>Sprint 3 – Automation - Driving Behaviour Model – Predictive Maintenance Prototype</vt:lpstr>
      <vt:lpstr>Sprint 3 – Automation - Driving Behaviour Model – Predictive Maintenance Prototype</vt:lpstr>
      <vt:lpstr>PowerPoint Presentation</vt:lpstr>
      <vt:lpstr>Sprint 3 – Automation - Driving Behaviour Model – Predictive Maintenance Prototype</vt:lpstr>
      <vt:lpstr>PowerPoint Presentation</vt:lpstr>
      <vt:lpstr>Sprint 3 – Automation - Driving Behaviour Model – Predictive Maintenance Prototype</vt:lpstr>
      <vt:lpstr>PowerPoint Presentation</vt:lpstr>
      <vt:lpstr>Reflection – Challenges &amp;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BARSAT ZULKARNINE</dc:creator>
  <cp:lastModifiedBy>Le Khoa</cp:lastModifiedBy>
  <cp:revision>3</cp:revision>
  <dcterms:created xsi:type="dcterms:W3CDTF">2025-06-12T06:38:20Z</dcterms:created>
  <dcterms:modified xsi:type="dcterms:W3CDTF">2025-06-13T01:59:23Z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0x010100CD6B465F59ED0641B2EF941136ADD965</vt:lpwstr>
  </property>
</Properties>
</file>