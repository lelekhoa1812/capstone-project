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  <p:sldMasterId id="2147483677" r:id="rId2"/>
  </p:sldMasterIdLst>
  <p:notesMasterIdLst>
    <p:notesMasterId r:id="rId4"/>
  </p:notesMasterIdLst>
  <p:sldIdLst>
    <p:sldId id="259" r:id="rId3"/>
  </p:sldIdLst>
  <p:sldSz cx="14630400" cy="18288000"/>
  <p:notesSz cx="18288000" cy="14630400"/>
  <p:embeddedFontLst>
    <p:embeddedFont>
      <p:font typeface="Segoe UI" panose="020B0502040204020203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92B29-47AC-1B0C-8F72-67155C61D1FF}" name="BARSAT ZULKARNINE" initials="BZ" userId="S::103810626@student.swin.edu.au::f3e54b23-e4b3-4c11-bbb6-998f3fdd0aa1" providerId="AD"/>
  <p188:author id="{DAC3B0B0-4282-B0DD-201A-1ECB5E698878}" name="DALE BENT" initials="DB" userId="S::102567413@student.swin.edu.au::96a81b0f-1c48-476b-8afa-ac2980cbb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0000"/>
    <a:srgbClr val="E1DFDD"/>
    <a:srgbClr val="A6A6A6"/>
    <a:srgbClr val="73C0D1"/>
    <a:srgbClr val="36556E"/>
    <a:srgbClr val="36546E"/>
    <a:srgbClr val="062A46"/>
    <a:srgbClr val="28E3EC"/>
    <a:srgbClr val="64B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3F14F-6ABB-4E46-8450-8E5993F9DB81}" v="676" dt="2025-06-13T10:14:11.101"/>
    <p1510:client id="{214A483A-1127-748C-D607-41CD47B70429}" v="12" dt="2025-06-13T11:10:35.940"/>
    <p1510:client id="{323C6A16-8C68-E5DF-188C-768C655776B7}" v="1737" dt="2025-06-13T10:54:20.166"/>
    <p1510:client id="{DFBD5656-ABD3-6742-F779-0B1EC172D11A}" v="347" dt="2025-06-13T07:59:56.875"/>
    <p1510:client id="{EDEBE307-375A-2D66-48AA-F4A9F7CEB7E9}" v="1193" dt="2025-06-13T11:07:2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SAT ZULKARNINE" userId="f3e54b23-e4b3-4c11-bbb6-998f3fdd0aa1" providerId="ADAL" clId="{1073F14F-6ABB-4E46-8450-8E5993F9DB81}"/>
    <pc:docChg chg="undo redo custSel modSld">
      <pc:chgData name="BARSAT ZULKARNINE" userId="f3e54b23-e4b3-4c11-bbb6-998f3fdd0aa1" providerId="ADAL" clId="{1073F14F-6ABB-4E46-8450-8E5993F9DB81}" dt="2025-06-13T10:14:11.102" v="666" actId="1076"/>
      <pc:docMkLst>
        <pc:docMk/>
      </pc:docMkLst>
      <pc:sldChg chg="addSp delSp mod">
        <pc:chgData name="BARSAT ZULKARNINE" userId="f3e54b23-e4b3-4c11-bbb6-998f3fdd0aa1" providerId="ADAL" clId="{1073F14F-6ABB-4E46-8450-8E5993F9DB81}" dt="2025-06-13T08:41:20.813" v="522" actId="21"/>
        <pc:sldMkLst>
          <pc:docMk/>
          <pc:sldMk cId="0" sldId="256"/>
        </pc:sldMkLst>
        <pc:picChg chg="add del">
          <ac:chgData name="BARSAT ZULKARNINE" userId="f3e54b23-e4b3-4c11-bbb6-998f3fdd0aa1" providerId="ADAL" clId="{1073F14F-6ABB-4E46-8450-8E5993F9DB81}" dt="2025-06-13T08:41:20.813" v="522" actId="21"/>
          <ac:picMkLst>
            <pc:docMk/>
            <pc:sldMk cId="0" sldId="256"/>
            <ac:picMk id="33" creationId="{D1385DD8-1792-B12A-47DB-DEF84964C412}"/>
          </ac:picMkLst>
        </pc:picChg>
      </pc:sldChg>
      <pc:sldChg chg="addSp delSp modSp mod">
        <pc:chgData name="BARSAT ZULKARNINE" userId="f3e54b23-e4b3-4c11-bbb6-998f3fdd0aa1" providerId="ADAL" clId="{1073F14F-6ABB-4E46-8450-8E5993F9DB81}" dt="2025-06-13T09:26:52.802" v="664" actId="1076"/>
        <pc:sldMkLst>
          <pc:docMk/>
          <pc:sldMk cId="3858124629" sldId="258"/>
        </pc:sldMkLst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5" creationId="{77B5E17A-C494-DFC3-FFB6-D52319EE4B04}"/>
          </ac:spMkLst>
        </pc:spChg>
        <pc:spChg chg="add del mod">
          <ac:chgData name="BARSAT ZULKARNINE" userId="f3e54b23-e4b3-4c11-bbb6-998f3fdd0aa1" providerId="ADAL" clId="{1073F14F-6ABB-4E46-8450-8E5993F9DB81}" dt="2025-06-13T08:05:28.287" v="171" actId="11529"/>
          <ac:spMkLst>
            <pc:docMk/>
            <pc:sldMk cId="3858124629" sldId="258"/>
            <ac:spMk id="6" creationId="{93DA54E9-ECCA-2423-9D06-51A1C8D535BB}"/>
          </ac:spMkLst>
        </pc:spChg>
        <pc:spChg chg="add mod">
          <ac:chgData name="BARSAT ZULKARNINE" userId="f3e54b23-e4b3-4c11-bbb6-998f3fdd0aa1" providerId="ADAL" clId="{1073F14F-6ABB-4E46-8450-8E5993F9DB81}" dt="2025-06-13T09:25:21.993" v="641" actId="14100"/>
          <ac:spMkLst>
            <pc:docMk/>
            <pc:sldMk cId="3858124629" sldId="258"/>
            <ac:spMk id="6" creationId="{9EE328F6-3D0E-EEB8-B6C2-640CEBAF7EF5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7" creationId="{455BD7F7-A4FC-26AF-9E8E-8D170E89FE37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8" creationId="{84CD1C11-8B4C-6208-B9D1-D5C1D59480F7}"/>
          </ac:spMkLst>
        </pc:spChg>
        <pc:spChg chg="mod ord">
          <ac:chgData name="BARSAT ZULKARNINE" userId="f3e54b23-e4b3-4c11-bbb6-998f3fdd0aa1" providerId="ADAL" clId="{1073F14F-6ABB-4E46-8450-8E5993F9DB81}" dt="2025-06-13T08:23:13.432" v="372" actId="1076"/>
          <ac:spMkLst>
            <pc:docMk/>
            <pc:sldMk cId="3858124629" sldId="258"/>
            <ac:spMk id="9" creationId="{E7B0C0D9-3672-96F7-4E79-56E89A29C304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10" creationId="{32E3D597-6501-694E-C44A-98B87012C89D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11" creationId="{61F37C60-6F24-ADD3-2A2F-4C4FB924ED02}"/>
          </ac:spMkLst>
        </pc:spChg>
        <pc:spChg chg="add mod">
          <ac:chgData name="BARSAT ZULKARNINE" userId="f3e54b23-e4b3-4c11-bbb6-998f3fdd0aa1" providerId="ADAL" clId="{1073F14F-6ABB-4E46-8450-8E5993F9DB81}" dt="2025-06-13T09:26:05.413" v="655" actId="14100"/>
          <ac:spMkLst>
            <pc:docMk/>
            <pc:sldMk cId="3858124629" sldId="258"/>
            <ac:spMk id="12" creationId="{BA5B2A57-8376-DE0D-4011-282A5DA7295C}"/>
          </ac:spMkLst>
        </pc:spChg>
        <pc:spChg chg="add mod">
          <ac:chgData name="BARSAT ZULKARNINE" userId="f3e54b23-e4b3-4c11-bbb6-998f3fdd0aa1" providerId="ADAL" clId="{1073F14F-6ABB-4E46-8450-8E5993F9DB81}" dt="2025-06-13T09:25:03.408" v="635" actId="1076"/>
          <ac:spMkLst>
            <pc:docMk/>
            <pc:sldMk cId="3858124629" sldId="258"/>
            <ac:spMk id="14" creationId="{D2C98C27-EB40-960B-B44E-B2A78A3B6328}"/>
          </ac:spMkLst>
        </pc:spChg>
        <pc:spChg chg="add mod">
          <ac:chgData name="BARSAT ZULKARNINE" userId="f3e54b23-e4b3-4c11-bbb6-998f3fdd0aa1" providerId="ADAL" clId="{1073F14F-6ABB-4E46-8450-8E5993F9DB81}" dt="2025-06-13T09:25:00.906" v="634" actId="1076"/>
          <ac:spMkLst>
            <pc:docMk/>
            <pc:sldMk cId="3858124629" sldId="258"/>
            <ac:spMk id="18" creationId="{36C4FB29-8B97-A7B8-EF9B-556E07FBF307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20" creationId="{8D7F0FBA-2F64-61C1-C019-FF165AC3D4B1}"/>
          </ac:spMkLst>
        </pc:spChg>
        <pc:spChg chg="add mod">
          <ac:chgData name="BARSAT ZULKARNINE" userId="f3e54b23-e4b3-4c11-bbb6-998f3fdd0aa1" providerId="ADAL" clId="{1073F14F-6ABB-4E46-8450-8E5993F9DB81}" dt="2025-06-13T08:12:05.770" v="254" actId="207"/>
          <ac:spMkLst>
            <pc:docMk/>
            <pc:sldMk cId="3858124629" sldId="258"/>
            <ac:spMk id="21" creationId="{D40F8316-E84E-7090-0E9C-3A63370C9D5D}"/>
          </ac:spMkLst>
        </pc:spChg>
        <pc:spChg chg="add del mod ord">
          <ac:chgData name="BARSAT ZULKARNINE" userId="f3e54b23-e4b3-4c11-bbb6-998f3fdd0aa1" providerId="ADAL" clId="{1073F14F-6ABB-4E46-8450-8E5993F9DB81}" dt="2025-06-13T08:11:25.967" v="248" actId="478"/>
          <ac:spMkLst>
            <pc:docMk/>
            <pc:sldMk cId="3858124629" sldId="258"/>
            <ac:spMk id="22" creationId="{B007D007-7CED-FC14-3578-B4741C0DCDB5}"/>
          </ac:spMkLst>
        </pc:spChg>
        <pc:spChg chg="add mod">
          <ac:chgData name="BARSAT ZULKARNINE" userId="f3e54b23-e4b3-4c11-bbb6-998f3fdd0aa1" providerId="ADAL" clId="{1073F14F-6ABB-4E46-8450-8E5993F9DB81}" dt="2025-06-13T09:23:46.593" v="612" actId="1076"/>
          <ac:spMkLst>
            <pc:docMk/>
            <pc:sldMk cId="3858124629" sldId="258"/>
            <ac:spMk id="22" creationId="{C8C195AC-2037-0405-FE7F-3AD4DE8B11D5}"/>
          </ac:spMkLst>
        </pc:spChg>
        <pc:spChg chg="add mod">
          <ac:chgData name="BARSAT ZULKARNINE" userId="f3e54b23-e4b3-4c11-bbb6-998f3fdd0aa1" providerId="ADAL" clId="{1073F14F-6ABB-4E46-8450-8E5993F9DB81}" dt="2025-06-13T08:30:16.751" v="416" actId="2085"/>
          <ac:spMkLst>
            <pc:docMk/>
            <pc:sldMk cId="3858124629" sldId="258"/>
            <ac:spMk id="23" creationId="{31AEA618-34A7-8CAB-5CC2-24555468729E}"/>
          </ac:spMkLst>
        </pc:spChg>
        <pc:spChg chg="add mod">
          <ac:chgData name="BARSAT ZULKARNINE" userId="f3e54b23-e4b3-4c11-bbb6-998f3fdd0aa1" providerId="ADAL" clId="{1073F14F-6ABB-4E46-8450-8E5993F9DB81}" dt="2025-06-13T08:11:51.695" v="252" actId="164"/>
          <ac:spMkLst>
            <pc:docMk/>
            <pc:sldMk cId="3858124629" sldId="258"/>
            <ac:spMk id="24" creationId="{2F2EBA8A-58DA-18B5-D442-CD8717E4D40A}"/>
          </ac:spMkLst>
        </pc:spChg>
        <pc:spChg chg="add mod">
          <ac:chgData name="BARSAT ZULKARNINE" userId="f3e54b23-e4b3-4c11-bbb6-998f3fdd0aa1" providerId="ADAL" clId="{1073F14F-6ABB-4E46-8450-8E5993F9DB81}" dt="2025-06-13T08:11:51.695" v="252" actId="164"/>
          <ac:spMkLst>
            <pc:docMk/>
            <pc:sldMk cId="3858124629" sldId="258"/>
            <ac:spMk id="25" creationId="{D82969CF-A61E-9ED3-4034-BDCCC2998E36}"/>
          </ac:spMkLst>
        </pc:spChg>
        <pc:spChg chg="add mod">
          <ac:chgData name="BARSAT ZULKARNINE" userId="f3e54b23-e4b3-4c11-bbb6-998f3fdd0aa1" providerId="ADAL" clId="{1073F14F-6ABB-4E46-8450-8E5993F9DB81}" dt="2025-06-13T08:30:16.751" v="416" actId="2085"/>
          <ac:spMkLst>
            <pc:docMk/>
            <pc:sldMk cId="3858124629" sldId="258"/>
            <ac:spMk id="26" creationId="{35EA8B4B-6BAA-5809-25B4-AC089799D20E}"/>
          </ac:spMkLst>
        </pc:spChg>
        <pc:spChg chg="add del mod">
          <ac:chgData name="BARSAT ZULKARNINE" userId="f3e54b23-e4b3-4c11-bbb6-998f3fdd0aa1" providerId="ADAL" clId="{1073F14F-6ABB-4E46-8450-8E5993F9DB81}" dt="2025-06-13T09:23:57.618" v="617" actId="478"/>
          <ac:spMkLst>
            <pc:docMk/>
            <pc:sldMk cId="3858124629" sldId="258"/>
            <ac:spMk id="27" creationId="{2D37605C-9BDA-9245-E4D8-25CD29718A1F}"/>
          </ac:spMkLst>
        </pc:spChg>
        <pc:spChg chg="add mod">
          <ac:chgData name="BARSAT ZULKARNINE" userId="f3e54b23-e4b3-4c11-bbb6-998f3fdd0aa1" providerId="ADAL" clId="{1073F14F-6ABB-4E46-8450-8E5993F9DB81}" dt="2025-06-13T08:30:16.751" v="416" actId="2085"/>
          <ac:spMkLst>
            <pc:docMk/>
            <pc:sldMk cId="3858124629" sldId="258"/>
            <ac:spMk id="28" creationId="{CC8821A8-75AB-9FB6-48C1-37E2BB529F0F}"/>
          </ac:spMkLst>
        </pc:spChg>
        <pc:spChg chg="add mod">
          <ac:chgData name="BARSAT ZULKARNINE" userId="f3e54b23-e4b3-4c11-bbb6-998f3fdd0aa1" providerId="ADAL" clId="{1073F14F-6ABB-4E46-8450-8E5993F9DB81}" dt="2025-06-13T08:11:51.695" v="252" actId="164"/>
          <ac:spMkLst>
            <pc:docMk/>
            <pc:sldMk cId="3858124629" sldId="258"/>
            <ac:spMk id="29" creationId="{0B511458-7BDD-43F0-F5A1-467392F141FD}"/>
          </ac:spMkLst>
        </pc:spChg>
        <pc:spChg chg="add del mod">
          <ac:chgData name="BARSAT ZULKARNINE" userId="f3e54b23-e4b3-4c11-bbb6-998f3fdd0aa1" providerId="ADAL" clId="{1073F14F-6ABB-4E46-8450-8E5993F9DB81}" dt="2025-06-13T09:23:39.510" v="609" actId="478"/>
          <ac:spMkLst>
            <pc:docMk/>
            <pc:sldMk cId="3858124629" sldId="258"/>
            <ac:spMk id="31" creationId="{81533F1E-8844-BA43-334A-F086EB01866A}"/>
          </ac:spMkLst>
        </pc:spChg>
        <pc:spChg chg="add mod">
          <ac:chgData name="BARSAT ZULKARNINE" userId="f3e54b23-e4b3-4c11-bbb6-998f3fdd0aa1" providerId="ADAL" clId="{1073F14F-6ABB-4E46-8450-8E5993F9DB81}" dt="2025-06-13T09:23:46.593" v="612" actId="1076"/>
          <ac:spMkLst>
            <pc:docMk/>
            <pc:sldMk cId="3858124629" sldId="258"/>
            <ac:spMk id="32" creationId="{8B5B70EB-3A11-1591-8923-B6C528B1F27F}"/>
          </ac:spMkLst>
        </pc:spChg>
        <pc:spChg chg="add mod">
          <ac:chgData name="BARSAT ZULKARNINE" userId="f3e54b23-e4b3-4c11-bbb6-998f3fdd0aa1" providerId="ADAL" clId="{1073F14F-6ABB-4E46-8450-8E5993F9DB81}" dt="2025-06-13T08:12:51.203" v="262" actId="1076"/>
          <ac:spMkLst>
            <pc:docMk/>
            <pc:sldMk cId="3858124629" sldId="258"/>
            <ac:spMk id="32" creationId="{F938CA0B-C858-B71B-F9A8-B5F7BAFE4CBA}"/>
          </ac:spMkLst>
        </pc:spChg>
        <pc:spChg chg="add del mod">
          <ac:chgData name="BARSAT ZULKARNINE" userId="f3e54b23-e4b3-4c11-bbb6-998f3fdd0aa1" providerId="ADAL" clId="{1073F14F-6ABB-4E46-8450-8E5993F9DB81}" dt="2025-06-13T09:23:39.510" v="609" actId="478"/>
          <ac:spMkLst>
            <pc:docMk/>
            <pc:sldMk cId="3858124629" sldId="258"/>
            <ac:spMk id="33" creationId="{ACBE0D4E-4574-B243-0E74-20218F21A83D}"/>
          </ac:spMkLst>
        </pc:spChg>
        <pc:spChg chg="add del mod">
          <ac:chgData name="BARSAT ZULKARNINE" userId="f3e54b23-e4b3-4c11-bbb6-998f3fdd0aa1" providerId="ADAL" clId="{1073F14F-6ABB-4E46-8450-8E5993F9DB81}" dt="2025-06-13T09:23:39.510" v="609" actId="478"/>
          <ac:spMkLst>
            <pc:docMk/>
            <pc:sldMk cId="3858124629" sldId="258"/>
            <ac:spMk id="34" creationId="{CECC4142-B560-6B67-D916-CD422711DEFE}"/>
          </ac:spMkLst>
        </pc:spChg>
        <pc:spChg chg="add del mod">
          <ac:chgData name="BARSAT ZULKARNINE" userId="f3e54b23-e4b3-4c11-bbb6-998f3fdd0aa1" providerId="ADAL" clId="{1073F14F-6ABB-4E46-8450-8E5993F9DB81}" dt="2025-06-13T09:23:39.510" v="609" actId="478"/>
          <ac:spMkLst>
            <pc:docMk/>
            <pc:sldMk cId="3858124629" sldId="258"/>
            <ac:spMk id="35" creationId="{835D3C07-3C7E-B69A-8398-C124EC6D2694}"/>
          </ac:spMkLst>
        </pc:spChg>
        <pc:spChg chg="add mod">
          <ac:chgData name="BARSAT ZULKARNINE" userId="f3e54b23-e4b3-4c11-bbb6-998f3fdd0aa1" providerId="ADAL" clId="{1073F14F-6ABB-4E46-8450-8E5993F9DB81}" dt="2025-06-13T09:24:55.729" v="633" actId="1076"/>
          <ac:spMkLst>
            <pc:docMk/>
            <pc:sldMk cId="3858124629" sldId="258"/>
            <ac:spMk id="36" creationId="{4E9E890D-F80E-00BD-424C-F107DDD8E80C}"/>
          </ac:spMkLst>
        </pc:spChg>
        <pc:spChg chg="add mod">
          <ac:chgData name="BARSAT ZULKARNINE" userId="f3e54b23-e4b3-4c11-bbb6-998f3fdd0aa1" providerId="ADAL" clId="{1073F14F-6ABB-4E46-8450-8E5993F9DB81}" dt="2025-06-13T09:23:25.561" v="607" actId="14100"/>
          <ac:spMkLst>
            <pc:docMk/>
            <pc:sldMk cId="3858124629" sldId="258"/>
            <ac:spMk id="37" creationId="{92C6B4C8-ACFA-2AB3-0765-020CC79A935B}"/>
          </ac:spMkLst>
        </pc:spChg>
        <pc:spChg chg="add del mod">
          <ac:chgData name="BARSAT ZULKARNINE" userId="f3e54b23-e4b3-4c11-bbb6-998f3fdd0aa1" providerId="ADAL" clId="{1073F14F-6ABB-4E46-8450-8E5993F9DB81}" dt="2025-06-13T09:23:59.003" v="618" actId="478"/>
          <ac:spMkLst>
            <pc:docMk/>
            <pc:sldMk cId="3858124629" sldId="258"/>
            <ac:spMk id="38" creationId="{AA7D3B80-234B-58BE-640F-32AD8B18B3C5}"/>
          </ac:spMkLst>
        </pc:spChg>
        <pc:spChg chg="add del mod">
          <ac:chgData name="BARSAT ZULKARNINE" userId="f3e54b23-e4b3-4c11-bbb6-998f3fdd0aa1" providerId="ADAL" clId="{1073F14F-6ABB-4E46-8450-8E5993F9DB81}" dt="2025-06-13T09:23:55.193" v="615" actId="478"/>
          <ac:spMkLst>
            <pc:docMk/>
            <pc:sldMk cId="3858124629" sldId="258"/>
            <ac:spMk id="39" creationId="{B4114973-E707-D188-C193-646E347F9D39}"/>
          </ac:spMkLst>
        </pc:spChg>
        <pc:spChg chg="add mod">
          <ac:chgData name="BARSAT ZULKARNINE" userId="f3e54b23-e4b3-4c11-bbb6-998f3fdd0aa1" providerId="ADAL" clId="{1073F14F-6ABB-4E46-8450-8E5993F9DB81}" dt="2025-06-13T09:24:27.658" v="627" actId="14100"/>
          <ac:spMkLst>
            <pc:docMk/>
            <pc:sldMk cId="3858124629" sldId="258"/>
            <ac:spMk id="40" creationId="{2944B3A6-3C3A-8E1E-6BFD-A68091AF3B90}"/>
          </ac:spMkLst>
        </pc:spChg>
        <pc:spChg chg="add del mod">
          <ac:chgData name="BARSAT ZULKARNINE" userId="f3e54b23-e4b3-4c11-bbb6-998f3fdd0aa1" providerId="ADAL" clId="{1073F14F-6ABB-4E46-8450-8E5993F9DB81}" dt="2025-06-13T08:14:26.245" v="287" actId="478"/>
          <ac:spMkLst>
            <pc:docMk/>
            <pc:sldMk cId="3858124629" sldId="258"/>
            <ac:spMk id="41" creationId="{19EDB823-FF14-7C58-6975-835F5C95B755}"/>
          </ac:spMkLst>
        </pc:spChg>
        <pc:spChg chg="add mod">
          <ac:chgData name="BARSAT ZULKARNINE" userId="f3e54b23-e4b3-4c11-bbb6-998f3fdd0aa1" providerId="ADAL" clId="{1073F14F-6ABB-4E46-8450-8E5993F9DB81}" dt="2025-06-13T09:23:49.930" v="614" actId="1076"/>
          <ac:spMkLst>
            <pc:docMk/>
            <pc:sldMk cId="3858124629" sldId="258"/>
            <ac:spMk id="41" creationId="{97044230-0283-3CDE-0592-0F33811E9468}"/>
          </ac:spMkLst>
        </pc:spChg>
        <pc:spChg chg="add del mod">
          <ac:chgData name="BARSAT ZULKARNINE" userId="f3e54b23-e4b3-4c11-bbb6-998f3fdd0aa1" providerId="ADAL" clId="{1073F14F-6ABB-4E46-8450-8E5993F9DB81}" dt="2025-06-13T08:14:45.059" v="293" actId="11529"/>
          <ac:spMkLst>
            <pc:docMk/>
            <pc:sldMk cId="3858124629" sldId="258"/>
            <ac:spMk id="42" creationId="{5D481BA2-C951-24CF-3D1D-1FC52CE986D2}"/>
          </ac:spMkLst>
        </pc:spChg>
        <pc:spChg chg="add mod">
          <ac:chgData name="BARSAT ZULKARNINE" userId="f3e54b23-e4b3-4c11-bbb6-998f3fdd0aa1" providerId="ADAL" clId="{1073F14F-6ABB-4E46-8450-8E5993F9DB81}" dt="2025-06-13T09:23:49.930" v="614" actId="1076"/>
          <ac:spMkLst>
            <pc:docMk/>
            <pc:sldMk cId="3858124629" sldId="258"/>
            <ac:spMk id="42" creationId="{979D31BD-EE56-5E58-911E-286292882295}"/>
          </ac:spMkLst>
        </pc:spChg>
        <pc:spChg chg="add del mod">
          <ac:chgData name="BARSAT ZULKARNINE" userId="f3e54b23-e4b3-4c11-bbb6-998f3fdd0aa1" providerId="ADAL" clId="{1073F14F-6ABB-4E46-8450-8E5993F9DB81}" dt="2025-06-13T08:16:01.961" v="307" actId="478"/>
          <ac:spMkLst>
            <pc:docMk/>
            <pc:sldMk cId="3858124629" sldId="258"/>
            <ac:spMk id="43" creationId="{2D169DA0-11ED-AF72-EE51-6C95BB793240}"/>
          </ac:spMkLst>
        </pc:spChg>
        <pc:spChg chg="add mod">
          <ac:chgData name="BARSAT ZULKARNINE" userId="f3e54b23-e4b3-4c11-bbb6-998f3fdd0aa1" providerId="ADAL" clId="{1073F14F-6ABB-4E46-8450-8E5993F9DB81}" dt="2025-06-13T09:24:19.914" v="624" actId="1076"/>
          <ac:spMkLst>
            <pc:docMk/>
            <pc:sldMk cId="3858124629" sldId="258"/>
            <ac:spMk id="43" creationId="{CC4626AE-BC7E-5104-4E6A-07962C532B98}"/>
          </ac:spMkLst>
        </pc:spChg>
        <pc:spChg chg="add del mod">
          <ac:chgData name="BARSAT ZULKARNINE" userId="f3e54b23-e4b3-4c11-bbb6-998f3fdd0aa1" providerId="ADAL" clId="{1073F14F-6ABB-4E46-8450-8E5993F9DB81}" dt="2025-06-13T08:16:41.643" v="333" actId="11529"/>
          <ac:spMkLst>
            <pc:docMk/>
            <pc:sldMk cId="3858124629" sldId="258"/>
            <ac:spMk id="44" creationId="{D4F121A0-A086-1601-A470-1708F91A36E4}"/>
          </ac:spMkLst>
        </pc:spChg>
        <pc:spChg chg="add mod">
          <ac:chgData name="BARSAT ZULKARNINE" userId="f3e54b23-e4b3-4c11-bbb6-998f3fdd0aa1" providerId="ADAL" clId="{1073F14F-6ABB-4E46-8450-8E5993F9DB81}" dt="2025-06-13T09:24:22.316" v="625" actId="1076"/>
          <ac:spMkLst>
            <pc:docMk/>
            <pc:sldMk cId="3858124629" sldId="258"/>
            <ac:spMk id="44" creationId="{F50D0C28-D057-8348-F4FC-065E9786C2D6}"/>
          </ac:spMkLst>
        </pc:spChg>
        <pc:spChg chg="add mod">
          <ac:chgData name="BARSAT ZULKARNINE" userId="f3e54b23-e4b3-4c11-bbb6-998f3fdd0aa1" providerId="ADAL" clId="{1073F14F-6ABB-4E46-8450-8E5993F9DB81}" dt="2025-06-13T09:24:15.253" v="622" actId="1076"/>
          <ac:spMkLst>
            <pc:docMk/>
            <pc:sldMk cId="3858124629" sldId="258"/>
            <ac:spMk id="45" creationId="{6E03375D-43AA-E357-E364-D1924A212172}"/>
          </ac:spMkLst>
        </pc:spChg>
        <pc:spChg chg="add del mod">
          <ac:chgData name="BARSAT ZULKARNINE" userId="f3e54b23-e4b3-4c11-bbb6-998f3fdd0aa1" providerId="ADAL" clId="{1073F14F-6ABB-4E46-8450-8E5993F9DB81}" dt="2025-06-13T08:21:17.747" v="351" actId="478"/>
          <ac:spMkLst>
            <pc:docMk/>
            <pc:sldMk cId="3858124629" sldId="258"/>
            <ac:spMk id="45" creationId="{ADA116FB-0736-A18F-40C3-C283FDC52C12}"/>
          </ac:spMkLst>
        </pc:spChg>
        <pc:spChg chg="add mod">
          <ac:chgData name="BARSAT ZULKARNINE" userId="f3e54b23-e4b3-4c11-bbb6-998f3fdd0aa1" providerId="ADAL" clId="{1073F14F-6ABB-4E46-8450-8E5993F9DB81}" dt="2025-06-13T09:24:44.736" v="631" actId="1076"/>
          <ac:spMkLst>
            <pc:docMk/>
            <pc:sldMk cId="3858124629" sldId="258"/>
            <ac:spMk id="46" creationId="{E89A0106-621A-E199-28B7-45B51BA69DC0}"/>
          </ac:spMkLst>
        </pc:spChg>
        <pc:spChg chg="add mod">
          <ac:chgData name="BARSAT ZULKARNINE" userId="f3e54b23-e4b3-4c11-bbb6-998f3fdd0aa1" providerId="ADAL" clId="{1073F14F-6ABB-4E46-8450-8E5993F9DB81}" dt="2025-06-13T09:25:47.313" v="649" actId="1076"/>
          <ac:spMkLst>
            <pc:docMk/>
            <pc:sldMk cId="3858124629" sldId="258"/>
            <ac:spMk id="47" creationId="{FC588358-D6FA-1EA9-240F-0570143BA15E}"/>
          </ac:spMkLst>
        </pc:spChg>
        <pc:spChg chg="add mod">
          <ac:chgData name="BARSAT ZULKARNINE" userId="f3e54b23-e4b3-4c11-bbb6-998f3fdd0aa1" providerId="ADAL" clId="{1073F14F-6ABB-4E46-8450-8E5993F9DB81}" dt="2025-06-13T08:23:13.432" v="372" actId="1076"/>
          <ac:spMkLst>
            <pc:docMk/>
            <pc:sldMk cId="3858124629" sldId="258"/>
            <ac:spMk id="48" creationId="{86837BA4-B5CD-4505-0F1F-C8912B58733D}"/>
          </ac:spMkLst>
        </pc:spChg>
        <pc:spChg chg="add mod">
          <ac:chgData name="BARSAT ZULKARNINE" userId="f3e54b23-e4b3-4c11-bbb6-998f3fdd0aa1" providerId="ADAL" clId="{1073F14F-6ABB-4E46-8450-8E5993F9DB81}" dt="2025-06-13T08:23:13.432" v="372" actId="1076"/>
          <ac:spMkLst>
            <pc:docMk/>
            <pc:sldMk cId="3858124629" sldId="258"/>
            <ac:spMk id="49" creationId="{179269A4-B10D-C007-6487-272B06B715EB}"/>
          </ac:spMkLst>
        </pc:spChg>
        <pc:spChg chg="add mod ord">
          <ac:chgData name="BARSAT ZULKARNINE" userId="f3e54b23-e4b3-4c11-bbb6-998f3fdd0aa1" providerId="ADAL" clId="{1073F14F-6ABB-4E46-8450-8E5993F9DB81}" dt="2025-06-13T08:24:15.449" v="378" actId="207"/>
          <ac:spMkLst>
            <pc:docMk/>
            <pc:sldMk cId="3858124629" sldId="258"/>
            <ac:spMk id="50" creationId="{FEB91F0A-CDD9-CE22-0BC6-7A75AD2A65CE}"/>
          </ac:spMkLst>
        </pc:spChg>
        <pc:spChg chg="add mod ord">
          <ac:chgData name="BARSAT ZULKARNINE" userId="f3e54b23-e4b3-4c11-bbb6-998f3fdd0aa1" providerId="ADAL" clId="{1073F14F-6ABB-4E46-8450-8E5993F9DB81}" dt="2025-06-13T08:25:11.821" v="389" actId="2085"/>
          <ac:spMkLst>
            <pc:docMk/>
            <pc:sldMk cId="3858124629" sldId="258"/>
            <ac:spMk id="51" creationId="{C988683A-1B19-BB62-EE62-E03A82831666}"/>
          </ac:spMkLst>
        </pc:spChg>
        <pc:spChg chg="add mod">
          <ac:chgData name="BARSAT ZULKARNINE" userId="f3e54b23-e4b3-4c11-bbb6-998f3fdd0aa1" providerId="ADAL" clId="{1073F14F-6ABB-4E46-8450-8E5993F9DB81}" dt="2025-06-13T09:25:58.239" v="653" actId="1076"/>
          <ac:spMkLst>
            <pc:docMk/>
            <pc:sldMk cId="3858124629" sldId="258"/>
            <ac:spMk id="52" creationId="{8196DF29-7285-7727-FE4E-50C5E07C72D9}"/>
          </ac:spMkLst>
        </pc:spChg>
        <pc:spChg chg="add mod">
          <ac:chgData name="BARSAT ZULKARNINE" userId="f3e54b23-e4b3-4c11-bbb6-998f3fdd0aa1" providerId="ADAL" clId="{1073F14F-6ABB-4E46-8450-8E5993F9DB81}" dt="2025-06-13T08:28:12.320" v="407" actId="1076"/>
          <ac:spMkLst>
            <pc:docMk/>
            <pc:sldMk cId="3858124629" sldId="258"/>
            <ac:spMk id="54" creationId="{8906F7D1-894D-DC5A-7E92-C35A43CC930E}"/>
          </ac:spMkLst>
        </pc:spChg>
        <pc:spChg chg="add mod">
          <ac:chgData name="BARSAT ZULKARNINE" userId="f3e54b23-e4b3-4c11-bbb6-998f3fdd0aa1" providerId="ADAL" clId="{1073F14F-6ABB-4E46-8450-8E5993F9DB81}" dt="2025-06-13T08:28:16.881" v="408" actId="14100"/>
          <ac:spMkLst>
            <pc:docMk/>
            <pc:sldMk cId="3858124629" sldId="258"/>
            <ac:spMk id="55" creationId="{1CA5167C-B7E8-8B13-E3B7-E46CC13139A9}"/>
          </ac:spMkLst>
        </pc:spChg>
        <pc:spChg chg="add mod">
          <ac:chgData name="BARSAT ZULKARNINE" userId="f3e54b23-e4b3-4c11-bbb6-998f3fdd0aa1" providerId="ADAL" clId="{1073F14F-6ABB-4E46-8450-8E5993F9DB81}" dt="2025-06-13T08:28:43.155" v="415" actId="12"/>
          <ac:spMkLst>
            <pc:docMk/>
            <pc:sldMk cId="3858124629" sldId="258"/>
            <ac:spMk id="56" creationId="{A84EA9CF-8F3F-8B74-F105-CB0498C5FD5B}"/>
          </ac:spMkLst>
        </pc:spChg>
        <pc:spChg chg="add mod">
          <ac:chgData name="BARSAT ZULKARNINE" userId="f3e54b23-e4b3-4c11-bbb6-998f3fdd0aa1" providerId="ADAL" clId="{1073F14F-6ABB-4E46-8450-8E5993F9DB81}" dt="2025-06-13T09:26:41.471" v="660" actId="1076"/>
          <ac:spMkLst>
            <pc:docMk/>
            <pc:sldMk cId="3858124629" sldId="258"/>
            <ac:spMk id="57" creationId="{1DC271CB-CB6A-94BA-1FC3-1D3D1B2BFA49}"/>
          </ac:spMkLst>
        </pc:spChg>
        <pc:spChg chg="add mod">
          <ac:chgData name="BARSAT ZULKARNINE" userId="f3e54b23-e4b3-4c11-bbb6-998f3fdd0aa1" providerId="ADAL" clId="{1073F14F-6ABB-4E46-8450-8E5993F9DB81}" dt="2025-06-13T09:26:52.435" v="663" actId="1076"/>
          <ac:spMkLst>
            <pc:docMk/>
            <pc:sldMk cId="3858124629" sldId="258"/>
            <ac:spMk id="59" creationId="{D41497FC-AC71-DF41-E484-2F3483CAAEE5}"/>
          </ac:spMkLst>
        </pc:spChg>
        <pc:spChg chg="add mod">
          <ac:chgData name="BARSAT ZULKARNINE" userId="f3e54b23-e4b3-4c11-bbb6-998f3fdd0aa1" providerId="ADAL" clId="{1073F14F-6ABB-4E46-8450-8E5993F9DB81}" dt="2025-06-13T08:36:15.633" v="485" actId="1076"/>
          <ac:spMkLst>
            <pc:docMk/>
            <pc:sldMk cId="3858124629" sldId="258"/>
            <ac:spMk id="62" creationId="{B193CE01-F876-1A06-BA32-C46A7BA06384}"/>
          </ac:spMkLst>
        </pc:spChg>
        <pc:spChg chg="add mod">
          <ac:chgData name="BARSAT ZULKARNINE" userId="f3e54b23-e4b3-4c11-bbb6-998f3fdd0aa1" providerId="ADAL" clId="{1073F14F-6ABB-4E46-8450-8E5993F9DB81}" dt="2025-06-13T08:36:24.377" v="488" actId="20577"/>
          <ac:spMkLst>
            <pc:docMk/>
            <pc:sldMk cId="3858124629" sldId="258"/>
            <ac:spMk id="63" creationId="{3893BCD9-0909-7F0F-7C79-5267BD0E7100}"/>
          </ac:spMkLst>
        </pc:spChg>
        <pc:spChg chg="add">
          <ac:chgData name="BARSAT ZULKARNINE" userId="f3e54b23-e4b3-4c11-bbb6-998f3fdd0aa1" providerId="ADAL" clId="{1073F14F-6ABB-4E46-8450-8E5993F9DB81}" dt="2025-06-13T08:35:40.808" v="455"/>
          <ac:spMkLst>
            <pc:docMk/>
            <pc:sldMk cId="3858124629" sldId="258"/>
            <ac:spMk id="64" creationId="{1D4876FC-5A6C-3688-0C8B-0833C2D835FF}"/>
          </ac:spMkLst>
        </pc:spChg>
        <pc:spChg chg="add mod">
          <ac:chgData name="BARSAT ZULKARNINE" userId="f3e54b23-e4b3-4c11-bbb6-998f3fdd0aa1" providerId="ADAL" clId="{1073F14F-6ABB-4E46-8450-8E5993F9DB81}" dt="2025-06-13T09:26:37.120" v="659" actId="1076"/>
          <ac:spMkLst>
            <pc:docMk/>
            <pc:sldMk cId="3858124629" sldId="258"/>
            <ac:spMk id="64" creationId="{8A34375D-8744-897F-5A1D-002F46D7B85C}"/>
          </ac:spMkLst>
        </pc:spChg>
        <pc:spChg chg="add">
          <ac:chgData name="BARSAT ZULKARNINE" userId="f3e54b23-e4b3-4c11-bbb6-998f3fdd0aa1" providerId="ADAL" clId="{1073F14F-6ABB-4E46-8450-8E5993F9DB81}" dt="2025-06-13T08:35:43.658" v="456"/>
          <ac:spMkLst>
            <pc:docMk/>
            <pc:sldMk cId="3858124629" sldId="258"/>
            <ac:spMk id="65" creationId="{EB598365-5B4F-0E2B-C512-E6DDD864BF88}"/>
          </ac:spMkLst>
        </pc:spChg>
        <pc:spChg chg="add">
          <ac:chgData name="BARSAT ZULKARNINE" userId="f3e54b23-e4b3-4c11-bbb6-998f3fdd0aa1" providerId="ADAL" clId="{1073F14F-6ABB-4E46-8450-8E5993F9DB81}" dt="2025-06-13T08:35:49.087" v="460"/>
          <ac:spMkLst>
            <pc:docMk/>
            <pc:sldMk cId="3858124629" sldId="258"/>
            <ac:spMk id="66" creationId="{456CCD36-FBF4-81BF-FB32-1D51CDCA0939}"/>
          </ac:spMkLst>
        </pc:spChg>
        <pc:spChg chg="add mod">
          <ac:chgData name="BARSAT ZULKARNINE" userId="f3e54b23-e4b3-4c11-bbb6-998f3fdd0aa1" providerId="ADAL" clId="{1073F14F-6ABB-4E46-8450-8E5993F9DB81}" dt="2025-06-13T08:43:05.462" v="567" actId="1076"/>
          <ac:spMkLst>
            <pc:docMk/>
            <pc:sldMk cId="3858124629" sldId="258"/>
            <ac:spMk id="67" creationId="{982FAB1F-ABDC-C59A-1F9A-E71828328915}"/>
          </ac:spMkLst>
        </pc:spChg>
        <pc:spChg chg="add mod">
          <ac:chgData name="BARSAT ZULKARNINE" userId="f3e54b23-e4b3-4c11-bbb6-998f3fdd0aa1" providerId="ADAL" clId="{1073F14F-6ABB-4E46-8450-8E5993F9DB81}" dt="2025-06-13T08:40:48.115" v="520" actId="33524"/>
          <ac:spMkLst>
            <pc:docMk/>
            <pc:sldMk cId="3858124629" sldId="258"/>
            <ac:spMk id="68" creationId="{0E22F417-77FB-A48E-8B9F-6201FF10E8BE}"/>
          </ac:spMkLst>
        </pc:spChg>
        <pc:grpChg chg="add mod">
          <ac:chgData name="BARSAT ZULKARNINE" userId="f3e54b23-e4b3-4c11-bbb6-998f3fdd0aa1" providerId="ADAL" clId="{1073F14F-6ABB-4E46-8450-8E5993F9DB81}" dt="2025-06-13T09:26:49.549" v="662" actId="1076"/>
          <ac:grpSpMkLst>
            <pc:docMk/>
            <pc:sldMk cId="3858124629" sldId="258"/>
            <ac:grpSpMk id="30" creationId="{5FA86DA8-B687-72C7-826C-8183C37180BC}"/>
          </ac:grpSpMkLst>
        </pc:grpChg>
        <pc:picChg chg="add del mod">
          <ac:chgData name="BARSAT ZULKARNINE" userId="f3e54b23-e4b3-4c11-bbb6-998f3fdd0aa1" providerId="ADAL" clId="{1073F14F-6ABB-4E46-8450-8E5993F9DB81}" dt="2025-06-13T09:26:52.802" v="664" actId="1076"/>
          <ac:picMkLst>
            <pc:docMk/>
            <pc:sldMk cId="3858124629" sldId="258"/>
            <ac:picMk id="2" creationId="{2F9EE799-3940-CB4F-2933-E0F24BCAC316}"/>
          </ac:picMkLst>
        </pc:picChg>
        <pc:picChg chg="del">
          <ac:chgData name="BARSAT ZULKARNINE" userId="f3e54b23-e4b3-4c11-bbb6-998f3fdd0aa1" providerId="ADAL" clId="{1073F14F-6ABB-4E46-8450-8E5993F9DB81}" dt="2025-06-13T08:18:41.489" v="335" actId="478"/>
          <ac:picMkLst>
            <pc:docMk/>
            <pc:sldMk cId="3858124629" sldId="258"/>
            <ac:picMk id="4" creationId="{A676D78C-ECF4-AE8A-04E1-6B16453C6AB5}"/>
          </ac:picMkLst>
        </pc:picChg>
        <pc:picChg chg="del">
          <ac:chgData name="BARSAT ZULKARNINE" userId="f3e54b23-e4b3-4c11-bbb6-998f3fdd0aa1" providerId="ADAL" clId="{1073F14F-6ABB-4E46-8450-8E5993F9DB81}" dt="2025-06-13T08:18:40.752" v="334" actId="478"/>
          <ac:picMkLst>
            <pc:docMk/>
            <pc:sldMk cId="3858124629" sldId="258"/>
            <ac:picMk id="12" creationId="{B44B6678-39DE-6E9E-2C86-80D188637BB7}"/>
          </ac:picMkLst>
        </pc:picChg>
        <pc:picChg chg="del">
          <ac:chgData name="BARSAT ZULKARNINE" userId="f3e54b23-e4b3-4c11-bbb6-998f3fdd0aa1" providerId="ADAL" clId="{1073F14F-6ABB-4E46-8450-8E5993F9DB81}" dt="2025-06-13T08:18:40.752" v="334" actId="478"/>
          <ac:picMkLst>
            <pc:docMk/>
            <pc:sldMk cId="3858124629" sldId="258"/>
            <ac:picMk id="16" creationId="{1AD4A13E-15ED-45FB-6AAF-7309C33E877B}"/>
          </ac:picMkLst>
        </pc:picChg>
        <pc:picChg chg="del mod">
          <ac:chgData name="BARSAT ZULKARNINE" userId="f3e54b23-e4b3-4c11-bbb6-998f3fdd0aa1" providerId="ADAL" clId="{1073F14F-6ABB-4E46-8450-8E5993F9DB81}" dt="2025-06-13T09:14:07.079" v="569" actId="478"/>
          <ac:picMkLst>
            <pc:docMk/>
            <pc:sldMk cId="3858124629" sldId="258"/>
            <ac:picMk id="16" creationId="{A16B8661-07D8-12D5-C339-24CC93DAB480}"/>
          </ac:picMkLst>
        </pc:picChg>
        <pc:picChg chg="mod">
          <ac:chgData name="BARSAT ZULKARNINE" userId="f3e54b23-e4b3-4c11-bbb6-998f3fdd0aa1" providerId="ADAL" clId="{1073F14F-6ABB-4E46-8450-8E5993F9DB81}" dt="2025-06-13T08:39:29.143" v="518" actId="1076"/>
          <ac:picMkLst>
            <pc:docMk/>
            <pc:sldMk cId="3858124629" sldId="258"/>
            <ac:picMk id="19" creationId="{0C12E5D8-B539-4005-0AE0-1C4B1503F08C}"/>
          </ac:picMkLst>
        </pc:picChg>
        <pc:picChg chg="add del mod">
          <ac:chgData name="BARSAT ZULKARNINE" userId="f3e54b23-e4b3-4c11-bbb6-998f3fdd0aa1" providerId="ADAL" clId="{1073F14F-6ABB-4E46-8450-8E5993F9DB81}" dt="2025-06-13T08:21:16.444" v="350" actId="478"/>
          <ac:picMkLst>
            <pc:docMk/>
            <pc:sldMk cId="3858124629" sldId="258"/>
            <ac:picMk id="47" creationId="{69C55C60-3EFF-5ADB-CDE2-D93F7E5386DE}"/>
          </ac:picMkLst>
        </pc:picChg>
        <pc:picChg chg="add mod ord">
          <ac:chgData name="BARSAT ZULKARNINE" userId="f3e54b23-e4b3-4c11-bbb6-998f3fdd0aa1" providerId="ADAL" clId="{1073F14F-6ABB-4E46-8450-8E5993F9DB81}" dt="2025-06-13T08:28:19.652" v="409" actId="1076"/>
          <ac:picMkLst>
            <pc:docMk/>
            <pc:sldMk cId="3858124629" sldId="258"/>
            <ac:picMk id="53" creationId="{4562FF15-EAD4-B807-D338-935A914895D4}"/>
          </ac:picMkLst>
        </pc:picChg>
        <pc:picChg chg="add mod">
          <ac:chgData name="BARSAT ZULKARNINE" userId="f3e54b23-e4b3-4c11-bbb6-998f3fdd0aa1" providerId="ADAL" clId="{1073F14F-6ABB-4E46-8450-8E5993F9DB81}" dt="2025-06-13T08:33:53.703" v="441" actId="1076"/>
          <ac:picMkLst>
            <pc:docMk/>
            <pc:sldMk cId="3858124629" sldId="258"/>
            <ac:picMk id="58" creationId="{6771CBEB-9D76-980C-E56F-3E1F1FBFABC5}"/>
          </ac:picMkLst>
        </pc:picChg>
        <pc:picChg chg="add mod">
          <ac:chgData name="BARSAT ZULKARNINE" userId="f3e54b23-e4b3-4c11-bbb6-998f3fdd0aa1" providerId="ADAL" clId="{1073F14F-6ABB-4E46-8450-8E5993F9DB81}" dt="2025-06-13T08:33:36.965" v="433" actId="1076"/>
          <ac:picMkLst>
            <pc:docMk/>
            <pc:sldMk cId="3858124629" sldId="258"/>
            <ac:picMk id="60" creationId="{EE6B8067-F191-AB8B-8F6F-A6D96EF919DC}"/>
          </ac:picMkLst>
        </pc:picChg>
        <pc:picChg chg="add mod">
          <ac:chgData name="BARSAT ZULKARNINE" userId="f3e54b23-e4b3-4c11-bbb6-998f3fdd0aa1" providerId="ADAL" clId="{1073F14F-6ABB-4E46-8450-8E5993F9DB81}" dt="2025-06-13T08:33:56.921" v="443" actId="1076"/>
          <ac:picMkLst>
            <pc:docMk/>
            <pc:sldMk cId="3858124629" sldId="258"/>
            <ac:picMk id="61" creationId="{CDAC3178-78BC-55D3-26A8-C27FEA1CB1E0}"/>
          </ac:picMkLst>
        </pc:picChg>
        <pc:picChg chg="add mod ord modCrop">
          <ac:chgData name="BARSAT ZULKARNINE" userId="f3e54b23-e4b3-4c11-bbb6-998f3fdd0aa1" providerId="ADAL" clId="{1073F14F-6ABB-4E46-8450-8E5993F9DB81}" dt="2025-06-13T08:42:58.261" v="566" actId="18131"/>
          <ac:picMkLst>
            <pc:docMk/>
            <pc:sldMk cId="3858124629" sldId="258"/>
            <ac:picMk id="69" creationId="{9ED139FF-6D6B-91E8-0B32-593A2EC5262B}"/>
          </ac:picMkLst>
        </pc:picChg>
      </pc:sldChg>
      <pc:sldChg chg="modSp mod">
        <pc:chgData name="BARSAT ZULKARNINE" userId="f3e54b23-e4b3-4c11-bbb6-998f3fdd0aa1" providerId="ADAL" clId="{1073F14F-6ABB-4E46-8450-8E5993F9DB81}" dt="2025-06-13T10:14:11.102" v="666" actId="1076"/>
        <pc:sldMkLst>
          <pc:docMk/>
          <pc:sldMk cId="791946828" sldId="259"/>
        </pc:sldMkLst>
        <pc:picChg chg="mod">
          <ac:chgData name="BARSAT ZULKARNINE" userId="f3e54b23-e4b3-4c11-bbb6-998f3fdd0aa1" providerId="ADAL" clId="{1073F14F-6ABB-4E46-8450-8E5993F9DB81}" dt="2025-06-13T10:14:11.102" v="666" actId="1076"/>
          <ac:picMkLst>
            <pc:docMk/>
            <pc:sldMk cId="791946828" sldId="259"/>
            <ac:picMk id="47" creationId="{E4849DDC-7E82-6207-DBC9-3B290EF3C114}"/>
          </ac:picMkLst>
        </pc:picChg>
      </pc:sldChg>
    </pc:docChg>
  </pc:docChgLst>
  <pc:docChgLst>
    <pc:chgData name="BARSAT ZULKARNINE" userId="S::103810626@student.swin.edu.au::f3e54b23-e4b3-4c11-bbb6-998f3fdd0aa1" providerId="AD" clId="Web-{DFBD5656-ABD3-6742-F779-0B1EC172D11A}"/>
    <pc:docChg chg="addSld modSld">
      <pc:chgData name="BARSAT ZULKARNINE" userId="S::103810626@student.swin.edu.au::f3e54b23-e4b3-4c11-bbb6-998f3fdd0aa1" providerId="AD" clId="Web-{DFBD5656-ABD3-6742-F779-0B1EC172D11A}" dt="2025-06-13T07:59:56.875" v="271"/>
      <pc:docMkLst>
        <pc:docMk/>
      </pc:docMkLst>
      <pc:sldChg chg="modSp">
        <pc:chgData name="BARSAT ZULKARNINE" userId="S::103810626@student.swin.edu.au::f3e54b23-e4b3-4c11-bbb6-998f3fdd0aa1" providerId="AD" clId="Web-{DFBD5656-ABD3-6742-F779-0B1EC172D11A}" dt="2025-06-13T07:21:47.660" v="1" actId="1076"/>
        <pc:sldMkLst>
          <pc:docMk/>
          <pc:sldMk cId="0" sldId="256"/>
        </pc:sldMkLst>
        <pc:spChg chg="mod">
          <ac:chgData name="BARSAT ZULKARNINE" userId="S::103810626@student.swin.edu.au::f3e54b23-e4b3-4c11-bbb6-998f3fdd0aa1" providerId="AD" clId="Web-{DFBD5656-ABD3-6742-F779-0B1EC172D11A}" dt="2025-06-13T07:21:47.660" v="1" actId="1076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 new mod setBg">
        <pc:chgData name="BARSAT ZULKARNINE" userId="S::103810626@student.swin.edu.au::f3e54b23-e4b3-4c11-bbb6-998f3fdd0aa1" providerId="AD" clId="Web-{DFBD5656-ABD3-6742-F779-0B1EC172D11A}" dt="2025-06-13T07:51:23.702" v="153"/>
        <pc:sldMkLst>
          <pc:docMk/>
          <pc:sldMk cId="1534261234" sldId="257"/>
        </pc:sldMkLst>
        <pc:spChg chg="add mod">
          <ac:chgData name="BARSAT ZULKARNINE" userId="S::103810626@student.swin.edu.au::f3e54b23-e4b3-4c11-bbb6-998f3fdd0aa1" providerId="AD" clId="Web-{DFBD5656-ABD3-6742-F779-0B1EC172D11A}" dt="2025-06-13T07:39:20.975" v="72" actId="20577"/>
          <ac:spMkLst>
            <pc:docMk/>
            <pc:sldMk cId="1534261234" sldId="257"/>
            <ac:spMk id="3" creationId="{57CD508E-93BB-301C-E3FF-E8B695D11B93}"/>
          </ac:spMkLst>
        </pc:spChg>
        <pc:spChg chg="add del">
          <ac:chgData name="BARSAT ZULKARNINE" userId="S::103810626@student.swin.edu.au::f3e54b23-e4b3-4c11-bbb6-998f3fdd0aa1" providerId="AD" clId="Web-{DFBD5656-ABD3-6742-F779-0B1EC172D11A}" dt="2025-06-13T07:40:05.539" v="76"/>
          <ac:spMkLst>
            <pc:docMk/>
            <pc:sldMk cId="1534261234" sldId="257"/>
            <ac:spMk id="4" creationId="{B56D9B60-865E-08BE-12BD-90E28AB514BA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50:46.029" v="147"/>
          <ac:spMkLst>
            <pc:docMk/>
            <pc:sldMk cId="1534261234" sldId="257"/>
            <ac:spMk id="5" creationId="{C2372BF3-7559-834E-2092-F7BF1FAEE951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46:41.802" v="141"/>
          <ac:spMkLst>
            <pc:docMk/>
            <pc:sldMk cId="1534261234" sldId="257"/>
            <ac:spMk id="6" creationId="{72BEA668-D66E-5FEC-F401-971FFA948EB8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45:35.597" v="135" actId="1076"/>
          <ac:spMkLst>
            <pc:docMk/>
            <pc:sldMk cId="1534261234" sldId="257"/>
            <ac:spMk id="7" creationId="{0DD8423A-B145-1157-31DF-37089241C81C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45:20.924" v="131" actId="1076"/>
          <ac:spMkLst>
            <pc:docMk/>
            <pc:sldMk cId="1534261234" sldId="257"/>
            <ac:spMk id="8" creationId="{E03FCE6A-07A8-995D-6534-4C11B9C5702D}"/>
          </ac:spMkLst>
        </pc:spChg>
        <pc:spChg chg="add del">
          <ac:chgData name="BARSAT ZULKARNINE" userId="S::103810626@student.swin.edu.au::f3e54b23-e4b3-4c11-bbb6-998f3fdd0aa1" providerId="AD" clId="Web-{DFBD5656-ABD3-6742-F779-0B1EC172D11A}" dt="2025-06-13T07:40:59.322" v="91"/>
          <ac:spMkLst>
            <pc:docMk/>
            <pc:sldMk cId="1534261234" sldId="257"/>
            <ac:spMk id="9" creationId="{6FD22626-EC46-CA58-DC2C-ABAD9587D42C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41:35.761" v="105" actId="1076"/>
          <ac:spMkLst>
            <pc:docMk/>
            <pc:sldMk cId="1534261234" sldId="257"/>
            <ac:spMk id="10" creationId="{FE7A452A-A396-8E64-8BC0-905B5F924177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45:23.503" v="132" actId="1076"/>
          <ac:spMkLst>
            <pc:docMk/>
            <pc:sldMk cId="1534261234" sldId="257"/>
            <ac:spMk id="11" creationId="{8D483724-44B6-C363-D843-63D5DA4C6A1F}"/>
          </ac:spMkLst>
        </pc:spChg>
        <pc:picChg chg="add mod modCrop">
          <ac:chgData name="BARSAT ZULKARNINE" userId="S::103810626@student.swin.edu.au::f3e54b23-e4b3-4c11-bbb6-998f3fdd0aa1" providerId="AD" clId="Web-{DFBD5656-ABD3-6742-F779-0B1EC172D11A}" dt="2025-06-13T07:40:07.899" v="77" actId="14100"/>
          <ac:picMkLst>
            <pc:docMk/>
            <pc:sldMk cId="1534261234" sldId="257"/>
            <ac:picMk id="2" creationId="{017CD20C-1E65-D0CE-079C-7ED09653CBF4}"/>
          </ac:picMkLst>
        </pc:picChg>
        <pc:picChg chg="add del mod">
          <ac:chgData name="BARSAT ZULKARNINE" userId="S::103810626@student.swin.edu.au::f3e54b23-e4b3-4c11-bbb6-998f3fdd0aa1" providerId="AD" clId="Web-{DFBD5656-ABD3-6742-F779-0B1EC172D11A}" dt="2025-06-13T07:50:40.919" v="145"/>
          <ac:picMkLst>
            <pc:docMk/>
            <pc:sldMk cId="1534261234" sldId="257"/>
            <ac:picMk id="4" creationId="{BD87E4C9-EEA2-62A5-B838-55F7AC518B8D}"/>
          </ac:picMkLst>
        </pc:picChg>
        <pc:picChg chg="add del mod">
          <ac:chgData name="BARSAT ZULKARNINE" userId="S::103810626@student.swin.edu.au::f3e54b23-e4b3-4c11-bbb6-998f3fdd0aa1" providerId="AD" clId="Web-{DFBD5656-ABD3-6742-F779-0B1EC172D11A}" dt="2025-06-13T07:51:23.702" v="153"/>
          <ac:picMkLst>
            <pc:docMk/>
            <pc:sldMk cId="1534261234" sldId="257"/>
            <ac:picMk id="9" creationId="{DD49449A-7319-1CDE-E0B2-C538F4AB181A}"/>
          </ac:picMkLst>
        </pc:picChg>
      </pc:sldChg>
      <pc:sldChg chg="addSp delSp modSp add replId">
        <pc:chgData name="BARSAT ZULKARNINE" userId="S::103810626@student.swin.edu.au::f3e54b23-e4b3-4c11-bbb6-998f3fdd0aa1" providerId="AD" clId="Web-{DFBD5656-ABD3-6742-F779-0B1EC172D11A}" dt="2025-06-13T07:59:56.875" v="271"/>
        <pc:sldMkLst>
          <pc:docMk/>
          <pc:sldMk cId="3858124629" sldId="258"/>
        </pc:sldMkLst>
        <pc:spChg chg="del">
          <ac:chgData name="BARSAT ZULKARNINE" userId="S::103810626@student.swin.edu.au::f3e54b23-e4b3-4c11-bbb6-998f3fdd0aa1" providerId="AD" clId="Web-{DFBD5656-ABD3-6742-F779-0B1EC172D11A}" dt="2025-06-13T07:51:45.687" v="156"/>
          <ac:spMkLst>
            <pc:docMk/>
            <pc:sldMk cId="3858124629" sldId="258"/>
            <ac:spMk id="5" creationId="{5887766E-4CDA-30D4-EA8B-BE7819D2C0BC}"/>
          </ac:spMkLst>
        </pc:spChg>
        <pc:spChg chg="del">
          <ac:chgData name="BARSAT ZULKARNINE" userId="S::103810626@student.swin.edu.au::f3e54b23-e4b3-4c11-bbb6-998f3fdd0aa1" providerId="AD" clId="Web-{DFBD5656-ABD3-6742-F779-0B1EC172D11A}" dt="2025-06-13T07:53:06.533" v="187"/>
          <ac:spMkLst>
            <pc:docMk/>
            <pc:sldMk cId="3858124629" sldId="258"/>
            <ac:spMk id="6" creationId="{E4A047D3-273F-07E5-189C-E62F3192CF53}"/>
          </ac:spMkLst>
        </pc:spChg>
        <pc:spChg chg="del">
          <ac:chgData name="BARSAT ZULKARNINE" userId="S::103810626@student.swin.edu.au::f3e54b23-e4b3-4c11-bbb6-998f3fdd0aa1" providerId="AD" clId="Web-{DFBD5656-ABD3-6742-F779-0B1EC172D11A}" dt="2025-06-13T07:53:07.361" v="189"/>
          <ac:spMkLst>
            <pc:docMk/>
            <pc:sldMk cId="3858124629" sldId="258"/>
            <ac:spMk id="7" creationId="{B0B1ED78-0CE3-9D48-2113-79CD88435458}"/>
          </ac:spMkLst>
        </pc:spChg>
        <pc:spChg chg="del">
          <ac:chgData name="BARSAT ZULKARNINE" userId="S::103810626@student.swin.edu.au::f3e54b23-e4b3-4c11-bbb6-998f3fdd0aa1" providerId="AD" clId="Web-{DFBD5656-ABD3-6742-F779-0B1EC172D11A}" dt="2025-06-13T07:53:07.002" v="188"/>
          <ac:spMkLst>
            <pc:docMk/>
            <pc:sldMk cId="3858124629" sldId="258"/>
            <ac:spMk id="8" creationId="{EAB82721-698B-ADB4-C1BF-8B63A226E5E8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52:31.235" v="180" actId="1076"/>
          <ac:spMkLst>
            <pc:docMk/>
            <pc:sldMk cId="3858124629" sldId="258"/>
            <ac:spMk id="9" creationId="{E7B0C0D9-3672-96F7-4E79-56E89A29C304}"/>
          </ac:spMkLst>
        </pc:spChg>
        <pc:spChg chg="del">
          <ac:chgData name="BARSAT ZULKARNINE" userId="S::103810626@student.swin.edu.au::f3e54b23-e4b3-4c11-bbb6-998f3fdd0aa1" providerId="AD" clId="Web-{DFBD5656-ABD3-6742-F779-0B1EC172D11A}" dt="2025-06-13T07:53:08.611" v="191"/>
          <ac:spMkLst>
            <pc:docMk/>
            <pc:sldMk cId="3858124629" sldId="258"/>
            <ac:spMk id="10" creationId="{5B7AA205-FD4C-BE37-2984-E20BDF88B705}"/>
          </ac:spMkLst>
        </pc:spChg>
        <pc:spChg chg="del">
          <ac:chgData name="BARSAT ZULKARNINE" userId="S::103810626@student.swin.edu.au::f3e54b23-e4b3-4c11-bbb6-998f3fdd0aa1" providerId="AD" clId="Web-{DFBD5656-ABD3-6742-F779-0B1EC172D11A}" dt="2025-06-13T07:53:08.299" v="190"/>
          <ac:spMkLst>
            <pc:docMk/>
            <pc:sldMk cId="3858124629" sldId="258"/>
            <ac:spMk id="11" creationId="{BEB70F33-A725-D979-0F70-C730859DD0E5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56:18.164" v="250" actId="20577"/>
          <ac:spMkLst>
            <pc:docMk/>
            <pc:sldMk cId="3858124629" sldId="258"/>
            <ac:spMk id="14" creationId="{0167D3F5-16E1-9AC2-36F0-296CF216BF94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56:25.337" v="254" actId="20577"/>
          <ac:spMkLst>
            <pc:docMk/>
            <pc:sldMk cId="3858124629" sldId="258"/>
            <ac:spMk id="17" creationId="{C57FE81A-2B0C-E1C5-3CA9-B75981ADC32A}"/>
          </ac:spMkLst>
        </pc:spChg>
        <pc:spChg chg="add mod">
          <ac:chgData name="BARSAT ZULKARNINE" userId="S::103810626@student.swin.edu.au::f3e54b23-e4b3-4c11-bbb6-998f3fdd0aa1" providerId="AD" clId="Web-{DFBD5656-ABD3-6742-F779-0B1EC172D11A}" dt="2025-06-13T07:56:58.338" v="261" actId="14100"/>
          <ac:spMkLst>
            <pc:docMk/>
            <pc:sldMk cId="3858124629" sldId="258"/>
            <ac:spMk id="18" creationId="{7970F0ED-8D95-D07D-62B0-2AE58120DBF2}"/>
          </ac:spMkLst>
        </pc:spChg>
        <pc:picChg chg="mod ord">
          <ac:chgData name="BARSAT ZULKARNINE" userId="S::103810626@student.swin.edu.au::f3e54b23-e4b3-4c11-bbb6-998f3fdd0aa1" providerId="AD" clId="Web-{DFBD5656-ABD3-6742-F779-0B1EC172D11A}" dt="2025-06-13T07:58:16.528" v="266"/>
          <ac:picMkLst>
            <pc:docMk/>
            <pc:sldMk cId="3858124629" sldId="258"/>
            <ac:picMk id="2" creationId="{2F9EE799-3940-CB4F-2933-E0F24BCAC316}"/>
          </ac:picMkLst>
        </pc:picChg>
        <pc:picChg chg="add mod">
          <ac:chgData name="BARSAT ZULKARNINE" userId="S::103810626@student.swin.edu.au::f3e54b23-e4b3-4c11-bbb6-998f3fdd0aa1" providerId="AD" clId="Web-{DFBD5656-ABD3-6742-F779-0B1EC172D11A}" dt="2025-06-13T07:54:33.661" v="211" actId="1076"/>
          <ac:picMkLst>
            <pc:docMk/>
            <pc:sldMk cId="3858124629" sldId="258"/>
            <ac:picMk id="4" creationId="{A676D78C-ECF4-AE8A-04E1-6B16453C6AB5}"/>
          </ac:picMkLst>
        </pc:picChg>
        <pc:picChg chg="add mod">
          <ac:chgData name="BARSAT ZULKARNINE" userId="S::103810626@student.swin.edu.au::f3e54b23-e4b3-4c11-bbb6-998f3fdd0aa1" providerId="AD" clId="Web-{DFBD5656-ABD3-6742-F779-0B1EC172D11A}" dt="2025-06-13T07:54:38.474" v="213" actId="1076"/>
          <ac:picMkLst>
            <pc:docMk/>
            <pc:sldMk cId="3858124629" sldId="258"/>
            <ac:picMk id="12" creationId="{B44B6678-39DE-6E9E-2C86-80D188637BB7}"/>
          </ac:picMkLst>
        </pc:picChg>
        <pc:picChg chg="add mod">
          <ac:chgData name="BARSAT ZULKARNINE" userId="S::103810626@student.swin.edu.au::f3e54b23-e4b3-4c11-bbb6-998f3fdd0aa1" providerId="AD" clId="Web-{DFBD5656-ABD3-6742-F779-0B1EC172D11A}" dt="2025-06-13T07:55:39.976" v="230" actId="1076"/>
          <ac:picMkLst>
            <pc:docMk/>
            <pc:sldMk cId="3858124629" sldId="258"/>
            <ac:picMk id="16" creationId="{1AD4A13E-15ED-45FB-6AAF-7309C33E877B}"/>
          </ac:picMkLst>
        </pc:picChg>
        <pc:picChg chg="add mod ord">
          <ac:chgData name="BARSAT ZULKARNINE" userId="S::103810626@student.swin.edu.au::f3e54b23-e4b3-4c11-bbb6-998f3fdd0aa1" providerId="AD" clId="Web-{DFBD5656-ABD3-6742-F779-0B1EC172D11A}" dt="2025-06-13T07:59:56.875" v="271"/>
          <ac:picMkLst>
            <pc:docMk/>
            <pc:sldMk cId="3858124629" sldId="258"/>
            <ac:picMk id="19" creationId="{0C12E5D8-B539-4005-0AE0-1C4B1503F08C}"/>
          </ac:picMkLst>
        </pc:picChg>
      </pc:sldChg>
    </pc:docChg>
  </pc:docChgLst>
  <pc:docChgLst>
    <pc:chgData name="DALE BENT" userId="S::102567413@student.swin.edu.au::96a81b0f-1c48-476b-8afa-ac2980cbb662" providerId="AD" clId="Web-{EDEBE307-375A-2D66-48AA-F4A9F7CEB7E9}"/>
    <pc:docChg chg="mod addSld delSld modSld">
      <pc:chgData name="DALE BENT" userId="S::102567413@student.swin.edu.au::96a81b0f-1c48-476b-8afa-ac2980cbb662" providerId="AD" clId="Web-{EDEBE307-375A-2D66-48AA-F4A9F7CEB7E9}" dt="2025-06-13T11:07:22.595" v="703"/>
      <pc:docMkLst>
        <pc:docMk/>
      </pc:docMkLst>
      <pc:sldChg chg="addSp delSp modSp">
        <pc:chgData name="DALE BENT" userId="S::102567413@student.swin.edu.au::96a81b0f-1c48-476b-8afa-ac2980cbb662" providerId="AD" clId="Web-{EDEBE307-375A-2D66-48AA-F4A9F7CEB7E9}" dt="2025-06-13T08:09:12.102" v="119" actId="1076"/>
        <pc:sldMkLst>
          <pc:docMk/>
          <pc:sldMk cId="1534261234" sldId="257"/>
        </pc:sldMkLst>
        <pc:spChg chg="mod">
          <ac:chgData name="DALE BENT" userId="S::102567413@student.swin.edu.au::96a81b0f-1c48-476b-8afa-ac2980cbb662" providerId="AD" clId="Web-{EDEBE307-375A-2D66-48AA-F4A9F7CEB7E9}" dt="2025-06-13T07:56:34.410" v="39" actId="1076"/>
          <ac:spMkLst>
            <pc:docMk/>
            <pc:sldMk cId="1534261234" sldId="257"/>
            <ac:spMk id="3" creationId="{57CD508E-93BB-301C-E3FF-E8B695D11B93}"/>
          </ac:spMkLst>
        </pc:spChg>
        <pc:spChg chg="del mod">
          <ac:chgData name="DALE BENT" userId="S::102567413@student.swin.edu.au::96a81b0f-1c48-476b-8afa-ac2980cbb662" providerId="AD" clId="Web-{EDEBE307-375A-2D66-48AA-F4A9F7CEB7E9}" dt="2025-06-13T07:58:41.101" v="48"/>
          <ac:spMkLst>
            <pc:docMk/>
            <pc:sldMk cId="1534261234" sldId="257"/>
            <ac:spMk id="5" creationId="{C2372BF3-7559-834E-2092-F7BF1FAEE951}"/>
          </ac:spMkLst>
        </pc:spChg>
        <pc:spChg chg="del mod">
          <ac:chgData name="DALE BENT" userId="S::102567413@student.swin.edu.au::96a81b0f-1c48-476b-8afa-ac2980cbb662" providerId="AD" clId="Web-{EDEBE307-375A-2D66-48AA-F4A9F7CEB7E9}" dt="2025-06-13T07:58:41.101" v="47"/>
          <ac:spMkLst>
            <pc:docMk/>
            <pc:sldMk cId="1534261234" sldId="257"/>
            <ac:spMk id="6" creationId="{72BEA668-D66E-5FEC-F401-971FFA948EB8}"/>
          </ac:spMkLst>
        </pc:spChg>
        <pc:spChg chg="del mod">
          <ac:chgData name="DALE BENT" userId="S::102567413@student.swin.edu.au::96a81b0f-1c48-476b-8afa-ac2980cbb662" providerId="AD" clId="Web-{EDEBE307-375A-2D66-48AA-F4A9F7CEB7E9}" dt="2025-06-13T07:58:41.101" v="46"/>
          <ac:spMkLst>
            <pc:docMk/>
            <pc:sldMk cId="1534261234" sldId="257"/>
            <ac:spMk id="7" creationId="{0DD8423A-B145-1157-31DF-37089241C81C}"/>
          </ac:spMkLst>
        </pc:spChg>
        <pc:spChg chg="del">
          <ac:chgData name="DALE BENT" userId="S::102567413@student.swin.edu.au::96a81b0f-1c48-476b-8afa-ac2980cbb662" providerId="AD" clId="Web-{EDEBE307-375A-2D66-48AA-F4A9F7CEB7E9}" dt="2025-06-13T07:58:41.101" v="45"/>
          <ac:spMkLst>
            <pc:docMk/>
            <pc:sldMk cId="1534261234" sldId="257"/>
            <ac:spMk id="8" creationId="{E03FCE6A-07A8-995D-6534-4C11B9C5702D}"/>
          </ac:spMkLst>
        </pc:spChg>
        <pc:spChg chg="del">
          <ac:chgData name="DALE BENT" userId="S::102567413@student.swin.edu.au::96a81b0f-1c48-476b-8afa-ac2980cbb662" providerId="AD" clId="Web-{EDEBE307-375A-2D66-48AA-F4A9F7CEB7E9}" dt="2025-06-13T07:58:41.101" v="44"/>
          <ac:spMkLst>
            <pc:docMk/>
            <pc:sldMk cId="1534261234" sldId="257"/>
            <ac:spMk id="10" creationId="{FE7A452A-A396-8E64-8BC0-905B5F924177}"/>
          </ac:spMkLst>
        </pc:spChg>
        <pc:spChg chg="del">
          <ac:chgData name="DALE BENT" userId="S::102567413@student.swin.edu.au::96a81b0f-1c48-476b-8afa-ac2980cbb662" providerId="AD" clId="Web-{EDEBE307-375A-2D66-48AA-F4A9F7CEB7E9}" dt="2025-06-13T07:58:41.101" v="43"/>
          <ac:spMkLst>
            <pc:docMk/>
            <pc:sldMk cId="1534261234" sldId="257"/>
            <ac:spMk id="11" creationId="{8D483724-44B6-C363-D843-63D5DA4C6A1F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1:37.840" v="62" actId="1076"/>
          <ac:spMkLst>
            <pc:docMk/>
            <pc:sldMk cId="1534261234" sldId="257"/>
            <ac:spMk id="14" creationId="{5FED641F-A12D-46E2-0CAB-B49E74E520AF}"/>
          </ac:spMkLst>
        </pc:spChg>
        <pc:spChg chg="add del">
          <ac:chgData name="DALE BENT" userId="S::102567413@student.swin.edu.au::96a81b0f-1c48-476b-8afa-ac2980cbb662" providerId="AD" clId="Web-{EDEBE307-375A-2D66-48AA-F4A9F7CEB7E9}" dt="2025-06-13T08:01:43.887" v="64"/>
          <ac:spMkLst>
            <pc:docMk/>
            <pc:sldMk cId="1534261234" sldId="257"/>
            <ac:spMk id="16" creationId="{6AB16CD5-2124-95E3-52AF-4DDEDC843C76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5:46.659" v="83" actId="1076"/>
          <ac:spMkLst>
            <pc:docMk/>
            <pc:sldMk cId="1534261234" sldId="257"/>
            <ac:spMk id="17" creationId="{A4A002AF-BE08-03EF-7651-468B4422DD96}"/>
          </ac:spMkLst>
        </pc:spChg>
        <pc:spChg chg="add mod ord">
          <ac:chgData name="DALE BENT" userId="S::102567413@student.swin.edu.au::96a81b0f-1c48-476b-8afa-ac2980cbb662" providerId="AD" clId="Web-{EDEBE307-375A-2D66-48AA-F4A9F7CEB7E9}" dt="2025-06-13T08:07:31.365" v="111"/>
          <ac:spMkLst>
            <pc:docMk/>
            <pc:sldMk cId="1534261234" sldId="257"/>
            <ac:spMk id="18" creationId="{1106A1A5-AC3D-6543-D427-1AD28D5CA916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6:58.348" v="108" actId="1076"/>
          <ac:spMkLst>
            <pc:docMk/>
            <pc:sldMk cId="1534261234" sldId="257"/>
            <ac:spMk id="19" creationId="{3EA27B09-682F-F133-3F6C-53117E604938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6:56.348" v="107" actId="1076"/>
          <ac:spMkLst>
            <pc:docMk/>
            <pc:sldMk cId="1534261234" sldId="257"/>
            <ac:spMk id="20" creationId="{095EFCBD-2263-F725-548F-E7291849CD17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7:23.833" v="110" actId="1076"/>
          <ac:spMkLst>
            <pc:docMk/>
            <pc:sldMk cId="1534261234" sldId="257"/>
            <ac:spMk id="21" creationId="{5CA03FBB-65BB-8F65-7C46-CCB13D8A2029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8:47.445" v="113" actId="1076"/>
          <ac:spMkLst>
            <pc:docMk/>
            <pc:sldMk cId="1534261234" sldId="257"/>
            <ac:spMk id="22" creationId="{C5093BFC-E3C6-3240-4639-16A5FD43E90B}"/>
          </ac:spMkLst>
        </pc:spChg>
        <pc:spChg chg="add mod">
          <ac:chgData name="DALE BENT" userId="S::102567413@student.swin.edu.au::96a81b0f-1c48-476b-8afa-ac2980cbb662" providerId="AD" clId="Web-{EDEBE307-375A-2D66-48AA-F4A9F7CEB7E9}" dt="2025-06-13T08:09:12.102" v="119" actId="1076"/>
          <ac:spMkLst>
            <pc:docMk/>
            <pc:sldMk cId="1534261234" sldId="257"/>
            <ac:spMk id="23" creationId="{C9CD3129-3681-8A52-C663-2C588833B5E2}"/>
          </ac:spMkLst>
        </pc:spChg>
        <pc:picChg chg="del mod">
          <ac:chgData name="DALE BENT" userId="S::102567413@student.swin.edu.au::96a81b0f-1c48-476b-8afa-ac2980cbb662" providerId="AD" clId="Web-{EDEBE307-375A-2D66-48AA-F4A9F7CEB7E9}" dt="2025-06-13T07:55:16.986" v="26"/>
          <ac:picMkLst>
            <pc:docMk/>
            <pc:sldMk cId="1534261234" sldId="257"/>
            <ac:picMk id="2" creationId="{017CD20C-1E65-D0CE-079C-7ED09653CBF4}"/>
          </ac:picMkLst>
        </pc:picChg>
        <pc:picChg chg="add mod ord">
          <ac:chgData name="DALE BENT" userId="S::102567413@student.swin.edu.au::96a81b0f-1c48-476b-8afa-ac2980cbb662" providerId="AD" clId="Web-{EDEBE307-375A-2D66-48AA-F4A9F7CEB7E9}" dt="2025-06-13T08:04:02.172" v="79" actId="1076"/>
          <ac:picMkLst>
            <pc:docMk/>
            <pc:sldMk cId="1534261234" sldId="257"/>
            <ac:picMk id="12" creationId="{257A233E-A21D-DBFE-F7F8-B90BA2A5BB87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07:43:53.875" v="3" actId="1076"/>
          <ac:picMkLst>
            <pc:docMk/>
            <pc:sldMk cId="1534261234" sldId="257"/>
            <ac:picMk id="13" creationId="{F7860029-A209-F143-C5D0-86E5E1835733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07:44:03.640" v="5" actId="1076"/>
          <ac:picMkLst>
            <pc:docMk/>
            <pc:sldMk cId="1534261234" sldId="257"/>
            <ac:picMk id="15" creationId="{FA9D18EA-5DF6-9BC7-3C11-095635EC4862}"/>
          </ac:picMkLst>
        </pc:picChg>
      </pc:sldChg>
      <pc:sldChg chg="addSp delSp modSp">
        <pc:chgData name="DALE BENT" userId="S::102567413@student.swin.edu.au::96a81b0f-1c48-476b-8afa-ac2980cbb662" providerId="AD" clId="Web-{EDEBE307-375A-2D66-48AA-F4A9F7CEB7E9}" dt="2025-06-13T10:43:12.308" v="702" actId="1076"/>
        <pc:sldMkLst>
          <pc:docMk/>
          <pc:sldMk cId="791946828" sldId="259"/>
        </pc:sldMkLst>
        <pc:spChg chg="mod">
          <ac:chgData name="DALE BENT" userId="S::102567413@student.swin.edu.au::96a81b0f-1c48-476b-8afa-ac2980cbb662" providerId="AD" clId="Web-{EDEBE307-375A-2D66-48AA-F4A9F7CEB7E9}" dt="2025-06-13T10:42:27.993" v="695" actId="20577"/>
          <ac:spMkLst>
            <pc:docMk/>
            <pc:sldMk cId="791946828" sldId="259"/>
            <ac:spMk id="9" creationId="{795FB78C-D3A6-D128-A9DA-2420D998E021}"/>
          </ac:spMkLst>
        </pc:spChg>
        <pc:spChg chg="mod">
          <ac:chgData name="DALE BENT" userId="S::102567413@student.swin.edu.au::96a81b0f-1c48-476b-8afa-ac2980cbb662" providerId="AD" clId="Web-{EDEBE307-375A-2D66-48AA-F4A9F7CEB7E9}" dt="2025-06-13T10:41:54.787" v="689" actId="20577"/>
          <ac:spMkLst>
            <pc:docMk/>
            <pc:sldMk cId="791946828" sldId="259"/>
            <ac:spMk id="65" creationId="{CDEDCD9F-6BDB-3FD4-D7FB-41F125CECF93}"/>
          </ac:spMkLst>
        </pc:spChg>
        <pc:spChg chg="del mod">
          <ac:chgData name="DALE BENT" userId="S::102567413@student.swin.edu.au::96a81b0f-1c48-476b-8afa-ac2980cbb662" providerId="AD" clId="Web-{EDEBE307-375A-2D66-48AA-F4A9F7CEB7E9}" dt="2025-06-13T10:41:57.397" v="690"/>
          <ac:spMkLst>
            <pc:docMk/>
            <pc:sldMk cId="791946828" sldId="259"/>
            <ac:spMk id="66" creationId="{045843AD-9620-9E3F-1CFC-5BEAD067A405}"/>
          </ac:spMkLst>
        </pc:spChg>
        <pc:spChg chg="mod">
          <ac:chgData name="DALE BENT" userId="S::102567413@student.swin.edu.au::96a81b0f-1c48-476b-8afa-ac2980cbb662" providerId="AD" clId="Web-{EDEBE307-375A-2D66-48AA-F4A9F7CEB7E9}" dt="2025-06-13T10:42:37.587" v="696" actId="1076"/>
          <ac:spMkLst>
            <pc:docMk/>
            <pc:sldMk cId="791946828" sldId="259"/>
            <ac:spMk id="67" creationId="{27302B3E-D9E9-A85E-9E4A-8F4293190017}"/>
          </ac:spMkLst>
        </pc:spChg>
        <pc:picChg chg="add mod">
          <ac:chgData name="DALE BENT" userId="S::102567413@student.swin.edu.au::96a81b0f-1c48-476b-8afa-ac2980cbb662" providerId="AD" clId="Web-{EDEBE307-375A-2D66-48AA-F4A9F7CEB7E9}" dt="2025-06-13T10:20:11.515" v="684" actId="1076"/>
          <ac:picMkLst>
            <pc:docMk/>
            <pc:sldMk cId="791946828" sldId="259"/>
            <ac:picMk id="6" creationId="{77D2168C-6659-AA57-E8D5-D0F34CAE81BF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10:42:15.711" v="694" actId="1076"/>
          <ac:picMkLst>
            <pc:docMk/>
            <pc:sldMk cId="791946828" sldId="259"/>
            <ac:picMk id="14" creationId="{39965EC0-D84B-5024-C647-343627275AF4}"/>
          </ac:picMkLst>
        </pc:picChg>
        <pc:picChg chg="mod ord">
          <ac:chgData name="DALE BENT" userId="S::102567413@student.swin.edu.au::96a81b0f-1c48-476b-8afa-ac2980cbb662" providerId="AD" clId="Web-{EDEBE307-375A-2D66-48AA-F4A9F7CEB7E9}" dt="2025-06-13T10:43:00.667" v="701"/>
          <ac:picMkLst>
            <pc:docMk/>
            <pc:sldMk cId="791946828" sldId="259"/>
            <ac:picMk id="19" creationId="{ACAC64FE-DA52-6D7F-6D66-CF4D7945721D}"/>
          </ac:picMkLst>
        </pc:picChg>
        <pc:picChg chg="del">
          <ac:chgData name="DALE BENT" userId="S::102567413@student.swin.edu.au::96a81b0f-1c48-476b-8afa-ac2980cbb662" providerId="AD" clId="Web-{EDEBE307-375A-2D66-48AA-F4A9F7CEB7E9}" dt="2025-06-13T10:20:02.577" v="680"/>
          <ac:picMkLst>
            <pc:docMk/>
            <pc:sldMk cId="791946828" sldId="259"/>
            <ac:picMk id="47" creationId="{E4849DDC-7E82-6207-DBC9-3B290EF3C114}"/>
          </ac:picMkLst>
        </pc:picChg>
        <pc:picChg chg="mod">
          <ac:chgData name="DALE BENT" userId="S::102567413@student.swin.edu.au::96a81b0f-1c48-476b-8afa-ac2980cbb662" providerId="AD" clId="Web-{EDEBE307-375A-2D66-48AA-F4A9F7CEB7E9}" dt="2025-06-13T10:43:12.308" v="702" actId="1076"/>
          <ac:picMkLst>
            <pc:docMk/>
            <pc:sldMk cId="791946828" sldId="259"/>
            <ac:picMk id="53" creationId="{7B36F867-3E37-96A2-4788-FA9D9EA3F127}"/>
          </ac:picMkLst>
        </pc:picChg>
      </pc:sldChg>
      <pc:sldChg chg="addSp delSp modSp add del replId">
        <pc:chgData name="DALE BENT" userId="S::102567413@student.swin.edu.au::96a81b0f-1c48-476b-8afa-ac2980cbb662" providerId="AD" clId="Web-{EDEBE307-375A-2D66-48AA-F4A9F7CEB7E9}" dt="2025-06-13T11:07:22.595" v="703"/>
        <pc:sldMkLst>
          <pc:docMk/>
          <pc:sldMk cId="4167968385" sldId="260"/>
        </pc:sldMkLst>
        <pc:spChg chg="mod ord">
          <ac:chgData name="DALE BENT" userId="S::102567413@student.swin.edu.au::96a81b0f-1c48-476b-8afa-ac2980cbb662" providerId="AD" clId="Web-{EDEBE307-375A-2D66-48AA-F4A9F7CEB7E9}" dt="2025-06-13T10:10:50.927" v="676"/>
          <ac:spMkLst>
            <pc:docMk/>
            <pc:sldMk cId="4167968385" sldId="260"/>
            <ac:spMk id="3" creationId="{F5982DC6-77AB-5B6B-AD0B-EAFF79685056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2:26.298" v="419" actId="14100"/>
          <ac:spMkLst>
            <pc:docMk/>
            <pc:sldMk cId="4167968385" sldId="260"/>
            <ac:spMk id="5" creationId="{EB0E2D2B-92F2-568A-5BE3-2480C55A038B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1:37.109" v="413" actId="14100"/>
          <ac:spMkLst>
            <pc:docMk/>
            <pc:sldMk cId="4167968385" sldId="260"/>
            <ac:spMk id="7" creationId="{30C65555-46BA-DF6F-8C74-789DC5124838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1:42.016" v="414" actId="14100"/>
          <ac:spMkLst>
            <pc:docMk/>
            <pc:sldMk cId="4167968385" sldId="260"/>
            <ac:spMk id="8" creationId="{308472CA-91FD-76C5-CE6B-E89F18F180DD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04:42.932" v="146" actId="20577"/>
          <ac:spMkLst>
            <pc:docMk/>
            <pc:sldMk cId="4167968385" sldId="260"/>
            <ac:spMk id="9" creationId="{16E207AC-F559-9471-3E0E-3E7CE708330C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1:51.157" v="415" actId="14100"/>
          <ac:spMkLst>
            <pc:docMk/>
            <pc:sldMk cId="4167968385" sldId="260"/>
            <ac:spMk id="10" creationId="{54CB4552-C13C-5CE1-3CCF-ADB261302657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1:51.154" v="452" actId="14100"/>
          <ac:spMkLst>
            <pc:docMk/>
            <pc:sldMk cId="4167968385" sldId="260"/>
            <ac:spMk id="11" creationId="{44563D80-7BC9-A00F-3FD8-38B28644D469}"/>
          </ac:spMkLst>
        </pc:spChg>
        <pc:spChg chg="add del">
          <ac:chgData name="DALE BENT" userId="S::102567413@student.swin.edu.au::96a81b0f-1c48-476b-8afa-ac2980cbb662" providerId="AD" clId="Web-{EDEBE307-375A-2D66-48AA-F4A9F7CEB7E9}" dt="2025-06-13T09:05:16.745" v="149"/>
          <ac:spMkLst>
            <pc:docMk/>
            <pc:sldMk cId="4167968385" sldId="260"/>
            <ac:spMk id="12" creationId="{D6B8BBD6-EFC5-E3B1-DEC7-B74C496EB3D8}"/>
          </ac:spMkLst>
        </pc:spChg>
        <pc:spChg chg="add del mod">
          <ac:chgData name="DALE BENT" userId="S::102567413@student.swin.edu.au::96a81b0f-1c48-476b-8afa-ac2980cbb662" providerId="AD" clId="Web-{EDEBE307-375A-2D66-48AA-F4A9F7CEB7E9}" dt="2025-06-13T09:14:15.944" v="392"/>
          <ac:spMkLst>
            <pc:docMk/>
            <pc:sldMk cId="4167968385" sldId="260"/>
            <ac:spMk id="14" creationId="{29E36909-3E03-378D-D0CF-BF199C2CFEF0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43:39.353" v="569" actId="20577"/>
          <ac:spMkLst>
            <pc:docMk/>
            <pc:sldMk cId="4167968385" sldId="260"/>
            <ac:spMk id="17" creationId="{D530B4C1-B8A7-F375-AABE-8C80F52FE467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1:03.406" v="408" actId="14100"/>
          <ac:spMkLst>
            <pc:docMk/>
            <pc:sldMk cId="4167968385" sldId="260"/>
            <ac:spMk id="20" creationId="{D65792BF-F42D-8427-706A-F98B9AE6C5E7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1:22.966" v="448" actId="14100"/>
          <ac:spMkLst>
            <pc:docMk/>
            <pc:sldMk cId="4167968385" sldId="260"/>
            <ac:spMk id="21" creationId="{E16EB040-3B68-0436-462C-1AB14E77A00F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2:19.735" v="418" actId="14100"/>
          <ac:spMkLst>
            <pc:docMk/>
            <pc:sldMk cId="4167968385" sldId="260"/>
            <ac:spMk id="23" creationId="{40568344-ABAF-8945-3291-E78863C3AEC1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03:08.648" v="135" actId="14100"/>
          <ac:spMkLst>
            <pc:docMk/>
            <pc:sldMk cId="4167968385" sldId="260"/>
            <ac:spMk id="24" creationId="{519FA548-4EF4-2879-DEBD-DEF12D1FA636}"/>
          </ac:spMkLst>
        </pc:spChg>
        <pc:spChg chg="mod">
          <ac:chgData name="DALE BENT" userId="S::102567413@student.swin.edu.au::96a81b0f-1c48-476b-8afa-ac2980cbb662" providerId="AD" clId="Web-{EDEBE307-375A-2D66-48AA-F4A9F7CEB7E9}" dt="2025-06-13T10:06:22.310" v="675" actId="14100"/>
          <ac:spMkLst>
            <pc:docMk/>
            <pc:sldMk cId="4167968385" sldId="260"/>
            <ac:spMk id="25" creationId="{A26B4DC5-D71D-6B18-6372-C29FF2E6033F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7:31.391" v="524" actId="1076"/>
          <ac:spMkLst>
            <pc:docMk/>
            <pc:sldMk cId="4167968385" sldId="260"/>
            <ac:spMk id="26" creationId="{7AED6A7E-3266-F22B-4458-80C12A6266D9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1:47.654" v="451" actId="14100"/>
          <ac:spMkLst>
            <pc:docMk/>
            <pc:sldMk cId="4167968385" sldId="260"/>
            <ac:spMk id="27" creationId="{12D3C93B-619B-A12B-0941-64BB3D46F373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3:27.799" v="427" actId="14100"/>
          <ac:spMkLst>
            <pc:docMk/>
            <pc:sldMk cId="4167968385" sldId="260"/>
            <ac:spMk id="28" creationId="{2F2A5B3B-94FC-2EB1-4078-BF9904FBA639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23:32.612" v="428" actId="1076"/>
          <ac:spMkLst>
            <pc:docMk/>
            <pc:sldMk cId="4167968385" sldId="260"/>
            <ac:spMk id="29" creationId="{C2C91EE2-57A0-FC30-9BFE-A970FFBF0E65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5:52.784" v="471" actId="1076"/>
          <ac:spMkLst>
            <pc:docMk/>
            <pc:sldMk cId="4167968385" sldId="260"/>
            <ac:spMk id="56" creationId="{5103ECF7-05A3-1255-AD26-D889048C6836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43:30.478" v="566" actId="20577"/>
          <ac:spMkLst>
            <pc:docMk/>
            <pc:sldMk cId="4167968385" sldId="260"/>
            <ac:spMk id="62" creationId="{6374C06A-6883-E17A-091E-E80415D8235C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44:27.682" v="648" actId="20577"/>
          <ac:spMkLst>
            <pc:docMk/>
            <pc:sldMk cId="4167968385" sldId="260"/>
            <ac:spMk id="63" creationId="{A3788266-83BE-635A-45B4-FAF497428BB7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36:54.062" v="523" actId="20577"/>
          <ac:spMkLst>
            <pc:docMk/>
            <pc:sldMk cId="4167968385" sldId="260"/>
            <ac:spMk id="67" creationId="{64F77295-DE33-BF65-B47A-A00EEBE3C59B}"/>
          </ac:spMkLst>
        </pc:spChg>
        <pc:spChg chg="mod">
          <ac:chgData name="DALE BENT" userId="S::102567413@student.swin.edu.au::96a81b0f-1c48-476b-8afa-ac2980cbb662" providerId="AD" clId="Web-{EDEBE307-375A-2D66-48AA-F4A9F7CEB7E9}" dt="2025-06-13T09:48:52.392" v="649" actId="1076"/>
          <ac:spMkLst>
            <pc:docMk/>
            <pc:sldMk cId="4167968385" sldId="260"/>
            <ac:spMk id="68" creationId="{09256E1F-5114-7552-B9AB-C1206365CEFB}"/>
          </ac:spMkLst>
        </pc:spChg>
        <pc:grpChg chg="mod">
          <ac:chgData name="DALE BENT" userId="S::102567413@student.swin.edu.au::96a81b0f-1c48-476b-8afa-ac2980cbb662" providerId="AD" clId="Web-{EDEBE307-375A-2D66-48AA-F4A9F7CEB7E9}" dt="2025-06-13T09:03:16.133" v="138" actId="1076"/>
          <ac:grpSpMkLst>
            <pc:docMk/>
            <pc:sldMk cId="4167968385" sldId="260"/>
            <ac:grpSpMk id="30" creationId="{475563CF-E67F-7F90-5822-1DAD0247C46D}"/>
          </ac:grpSpMkLst>
        </pc:grpChg>
        <pc:picChg chg="add mod ord">
          <ac:chgData name="DALE BENT" userId="S::102567413@student.swin.edu.au::96a81b0f-1c48-476b-8afa-ac2980cbb662" providerId="AD" clId="Web-{EDEBE307-375A-2D66-48AA-F4A9F7CEB7E9}" dt="2025-06-13T09:02:25.741" v="130"/>
          <ac:picMkLst>
            <pc:docMk/>
            <pc:sldMk cId="4167968385" sldId="260"/>
            <ac:picMk id="2" creationId="{435FD567-8F9A-B2F3-11B7-55AC371C5178}"/>
          </ac:picMkLst>
        </pc:picChg>
        <pc:picChg chg="del mod">
          <ac:chgData name="DALE BENT" userId="S::102567413@student.swin.edu.au::96a81b0f-1c48-476b-8afa-ac2980cbb662" providerId="AD" clId="Web-{EDEBE307-375A-2D66-48AA-F4A9F7CEB7E9}" dt="2025-06-13T09:18:17.933" v="394"/>
          <ac:picMkLst>
            <pc:docMk/>
            <pc:sldMk cId="4167968385" sldId="260"/>
            <ac:picMk id="6" creationId="{06C769B1-91B8-E0FF-480D-AE49C4A98114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09:42:15.132" v="560" actId="14100"/>
          <ac:picMkLst>
            <pc:docMk/>
            <pc:sldMk cId="4167968385" sldId="260"/>
            <ac:picMk id="6" creationId="{64A0A85D-6206-EF82-E01B-AE20B3AD71EC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09:49:40.675" v="673" actId="14100"/>
          <ac:picMkLst>
            <pc:docMk/>
            <pc:sldMk cId="4167968385" sldId="260"/>
            <ac:picMk id="16" creationId="{44A05A45-A142-2ECA-3C2F-C7AC7BBD9C16}"/>
          </ac:picMkLst>
        </pc:picChg>
        <pc:picChg chg="del mod">
          <ac:chgData name="DALE BENT" userId="S::102567413@student.swin.edu.au::96a81b0f-1c48-476b-8afa-ac2980cbb662" providerId="AD" clId="Web-{EDEBE307-375A-2D66-48AA-F4A9F7CEB7E9}" dt="2025-06-13T09:19:01.934" v="397"/>
          <ac:picMkLst>
            <pc:docMk/>
            <pc:sldMk cId="4167968385" sldId="260"/>
            <ac:picMk id="16" creationId="{4E64A196-8339-1B10-0047-083487F42C04}"/>
          </ac:picMkLst>
        </pc:picChg>
        <pc:picChg chg="add mod">
          <ac:chgData name="DALE BENT" userId="S::102567413@student.swin.edu.au::96a81b0f-1c48-476b-8afa-ac2980cbb662" providerId="AD" clId="Web-{EDEBE307-375A-2D66-48AA-F4A9F7CEB7E9}" dt="2025-06-13T09:19:11.278" v="400" actId="1076"/>
          <ac:picMkLst>
            <pc:docMk/>
            <pc:sldMk cId="4167968385" sldId="260"/>
            <ac:picMk id="18" creationId="{1B2053BD-BB19-2001-FB3E-8A21627E8875}"/>
          </ac:picMkLst>
        </pc:picChg>
        <pc:picChg chg="mod ord">
          <ac:chgData name="DALE BENT" userId="S::102567413@student.swin.edu.au::96a81b0f-1c48-476b-8afa-ac2980cbb662" providerId="AD" clId="Web-{EDEBE307-375A-2D66-48AA-F4A9F7CEB7E9}" dt="2025-06-13T10:10:54.630" v="677"/>
          <ac:picMkLst>
            <pc:docMk/>
            <pc:sldMk cId="4167968385" sldId="260"/>
            <ac:picMk id="19" creationId="{20EE19E9-3D47-1AE2-AC7E-5AEA2C23B407}"/>
          </ac:picMkLst>
        </pc:picChg>
      </pc:sldChg>
      <pc:sldChg chg="add del replId">
        <pc:chgData name="DALE BENT" userId="S::102567413@student.swin.edu.au::96a81b0f-1c48-476b-8afa-ac2980cbb662" providerId="AD" clId="Web-{EDEBE307-375A-2D66-48AA-F4A9F7CEB7E9}" dt="2025-06-13T09:02:05.038" v="124"/>
        <pc:sldMkLst>
          <pc:docMk/>
          <pc:sldMk cId="3981774950" sldId="261"/>
        </pc:sldMkLst>
      </pc:sldChg>
    </pc:docChg>
  </pc:docChgLst>
  <pc:docChgLst>
    <pc:chgData clId="Web-{323C6A16-8C68-E5DF-188C-768C655776B7}"/>
    <pc:docChg chg="modSld">
      <pc:chgData name="" userId="" providerId="" clId="Web-{323C6A16-8C68-E5DF-188C-768C655776B7}" dt="2025-06-13T04:11:19.985" v="2" actId="1076"/>
      <pc:docMkLst>
        <pc:docMk/>
      </pc:docMkLst>
      <pc:sldChg chg="modSp">
        <pc:chgData name="" userId="" providerId="" clId="Web-{323C6A16-8C68-E5DF-188C-768C655776B7}" dt="2025-06-13T04:11:19.985" v="2" actId="1076"/>
        <pc:sldMkLst>
          <pc:docMk/>
          <pc:sldMk cId="0" sldId="256"/>
        </pc:sldMkLst>
        <pc:spChg chg="mod">
          <ac:chgData name="" userId="" providerId="" clId="Web-{323C6A16-8C68-E5DF-188C-768C655776B7}" dt="2025-06-13T04:11:19.922" v="1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" userId="" providerId="" clId="Web-{323C6A16-8C68-E5DF-188C-768C655776B7}" dt="2025-06-13T04:11:19.985" v="2" actId="1076"/>
          <ac:spMkLst>
            <pc:docMk/>
            <pc:sldMk cId="0" sldId="256"/>
            <ac:spMk id="27" creationId="{00000000-0000-0000-0000-000000000000}"/>
          </ac:spMkLst>
        </pc:spChg>
        <pc:picChg chg="mod">
          <ac:chgData name="" userId="" providerId="" clId="Web-{323C6A16-8C68-E5DF-188C-768C655776B7}" dt="2025-06-13T04:11:10.141" v="0" actId="1076"/>
          <ac:picMkLst>
            <pc:docMk/>
            <pc:sldMk cId="0" sldId="256"/>
            <ac:picMk id="33" creationId="{D1385DD8-1792-B12A-47DB-DEF84964C412}"/>
          </ac:picMkLst>
        </pc:picChg>
      </pc:sldChg>
    </pc:docChg>
  </pc:docChgLst>
  <pc:docChgLst>
    <pc:chgData name="DALE BENT" userId="S::102567413@student.swin.edu.au::96a81b0f-1c48-476b-8afa-ac2980cbb662" providerId="AD" clId="Web-{214A483A-1127-748C-D607-41CD47B70429}"/>
    <pc:docChg chg="modSld">
      <pc:chgData name="DALE BENT" userId="S::102567413@student.swin.edu.au::96a81b0f-1c48-476b-8afa-ac2980cbb662" providerId="AD" clId="Web-{214A483A-1127-748C-D607-41CD47B70429}" dt="2025-06-13T11:10:35.940" v="11" actId="1076"/>
      <pc:docMkLst>
        <pc:docMk/>
      </pc:docMkLst>
      <pc:sldChg chg="modSp mod setBg">
        <pc:chgData name="DALE BENT" userId="S::102567413@student.swin.edu.au::96a81b0f-1c48-476b-8afa-ac2980cbb662" providerId="AD" clId="Web-{214A483A-1127-748C-D607-41CD47B70429}" dt="2025-06-13T11:10:35.940" v="11" actId="1076"/>
        <pc:sldMkLst>
          <pc:docMk/>
          <pc:sldMk cId="791946828" sldId="259"/>
        </pc:sldMkLst>
        <pc:spChg chg="mod">
          <ac:chgData name="DALE BENT" userId="S::102567413@student.swin.edu.au::96a81b0f-1c48-476b-8afa-ac2980cbb662" providerId="AD" clId="Web-{214A483A-1127-748C-D607-41CD47B70429}" dt="2025-06-13T11:09:30.125" v="3" actId="1076"/>
          <ac:spMkLst>
            <pc:docMk/>
            <pc:sldMk cId="791946828" sldId="259"/>
            <ac:spMk id="2" creationId="{0A5FF58D-3121-5FAB-8D16-7CB2FA880DBD}"/>
          </ac:spMkLst>
        </pc:spChg>
        <pc:spChg chg="mod">
          <ac:chgData name="DALE BENT" userId="S::102567413@student.swin.edu.au::96a81b0f-1c48-476b-8afa-ac2980cbb662" providerId="AD" clId="Web-{214A483A-1127-748C-D607-41CD47B70429}" dt="2025-06-13T11:09:52.423" v="8" actId="1076"/>
          <ac:spMkLst>
            <pc:docMk/>
            <pc:sldMk cId="791946828" sldId="259"/>
            <ac:spMk id="41" creationId="{089F99BC-698A-9224-298E-94578B419C70}"/>
          </ac:spMkLst>
        </pc:spChg>
        <pc:spChg chg="mod">
          <ac:chgData name="DALE BENT" userId="S::102567413@student.swin.edu.au::96a81b0f-1c48-476b-8afa-ac2980cbb662" providerId="AD" clId="Web-{214A483A-1127-748C-D607-41CD47B70429}" dt="2025-06-13T11:09:38.094" v="5" actId="1076"/>
          <ac:spMkLst>
            <pc:docMk/>
            <pc:sldMk cId="791946828" sldId="259"/>
            <ac:spMk id="56" creationId="{1B13DB36-FDF9-D5F9-1D94-B1C89286DE2A}"/>
          </ac:spMkLst>
        </pc:spChg>
        <pc:picChg chg="mod">
          <ac:chgData name="DALE BENT" userId="S::102567413@student.swin.edu.au::96a81b0f-1c48-476b-8afa-ac2980cbb662" providerId="AD" clId="Web-{214A483A-1127-748C-D607-41CD47B70429}" dt="2025-06-13T11:09:43.501" v="7" actId="1076"/>
          <ac:picMkLst>
            <pc:docMk/>
            <pc:sldMk cId="791946828" sldId="259"/>
            <ac:picMk id="13" creationId="{D130E61E-63A9-6AEF-19BD-4EAB338E689B}"/>
          </ac:picMkLst>
        </pc:picChg>
        <pc:picChg chg="mod">
          <ac:chgData name="DALE BENT" userId="S::102567413@student.swin.edu.au::96a81b0f-1c48-476b-8afa-ac2980cbb662" providerId="AD" clId="Web-{214A483A-1127-748C-D607-41CD47B70429}" dt="2025-06-13T11:09:40.563" v="6" actId="1076"/>
          <ac:picMkLst>
            <pc:docMk/>
            <pc:sldMk cId="791946828" sldId="259"/>
            <ac:picMk id="15" creationId="{9E623EAB-954E-3D4A-970A-9F33FCC8D8BA}"/>
          </ac:picMkLst>
        </pc:picChg>
        <pc:picChg chg="mod">
          <ac:chgData name="DALE BENT" userId="S::102567413@student.swin.edu.au::96a81b0f-1c48-476b-8afa-ac2980cbb662" providerId="AD" clId="Web-{214A483A-1127-748C-D607-41CD47B70429}" dt="2025-06-13T11:09:34.329" v="4" actId="1076"/>
          <ac:picMkLst>
            <pc:docMk/>
            <pc:sldMk cId="791946828" sldId="259"/>
            <ac:picMk id="22" creationId="{87281EB4-6E20-A1CD-AC59-58C12B21B37F}"/>
          </ac:picMkLst>
        </pc:picChg>
        <pc:picChg chg="mod">
          <ac:chgData name="DALE BENT" userId="S::102567413@student.swin.edu.au::96a81b0f-1c48-476b-8afa-ac2980cbb662" providerId="AD" clId="Web-{214A483A-1127-748C-D607-41CD47B70429}" dt="2025-06-13T11:10:35.940" v="11" actId="1076"/>
          <ac:picMkLst>
            <pc:docMk/>
            <pc:sldMk cId="791946828" sldId="259"/>
            <ac:picMk id="44" creationId="{590B3AD0-75DB-2DB6-CB0A-21D96A65256F}"/>
          </ac:picMkLst>
        </pc:picChg>
      </pc:sldChg>
    </pc:docChg>
  </pc:docChgLst>
  <pc:docChgLst>
    <pc:chgData name="DANG KHOA LE" userId="S::103844421@student.swin.edu.au::1f5f457a-11fb-4a79-9dec-fe88eead2d27" providerId="AD" clId="Web-{323C6A16-8C68-E5DF-188C-768C655776B7}"/>
    <pc:docChg chg="addSld delSld modSld">
      <pc:chgData name="DANG KHOA LE" userId="S::103844421@student.swin.edu.au::1f5f457a-11fb-4a79-9dec-fe88eead2d27" providerId="AD" clId="Web-{323C6A16-8C68-E5DF-188C-768C655776B7}" dt="2025-06-13T10:54:20.166" v="1164" actId="1076"/>
      <pc:docMkLst>
        <pc:docMk/>
      </pc:docMkLst>
      <pc:sldChg chg="modSp del">
        <pc:chgData name="DANG KHOA LE" userId="S::103844421@student.swin.edu.au::1f5f457a-11fb-4a79-9dec-fe88eead2d27" providerId="AD" clId="Web-{323C6A16-8C68-E5DF-188C-768C655776B7}" dt="2025-06-13T10:34:57.076" v="1043"/>
        <pc:sldMkLst>
          <pc:docMk/>
          <pc:sldMk cId="0" sldId="256"/>
        </pc:sldMkLst>
        <pc:picChg chg="mod">
          <ac:chgData name="DANG KHOA LE" userId="S::103844421@student.swin.edu.au::1f5f457a-11fb-4a79-9dec-fe88eead2d27" providerId="AD" clId="Web-{323C6A16-8C68-E5DF-188C-768C655776B7}" dt="2025-06-13T04:11:35.735" v="0" actId="1076"/>
          <ac:picMkLst>
            <pc:docMk/>
            <pc:sldMk cId="0" sldId="256"/>
            <ac:picMk id="29" creationId="{A4EB92F0-EF0B-322E-855A-DC5376764799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4:11:35.814" v="1" actId="1076"/>
          <ac:picMkLst>
            <pc:docMk/>
            <pc:sldMk cId="0" sldId="256"/>
            <ac:picMk id="31" creationId="{07940E12-F403-BE93-FB9E-0666D15479CE}"/>
          </ac:picMkLst>
        </pc:picChg>
      </pc:sldChg>
      <pc:sldChg chg="del">
        <pc:chgData name="DANG KHOA LE" userId="S::103844421@student.swin.edu.au::1f5f457a-11fb-4a79-9dec-fe88eead2d27" providerId="AD" clId="Web-{323C6A16-8C68-E5DF-188C-768C655776B7}" dt="2025-06-13T08:54:43.936" v="168"/>
        <pc:sldMkLst>
          <pc:docMk/>
          <pc:sldMk cId="1534261234" sldId="257"/>
        </pc:sldMkLst>
      </pc:sldChg>
      <pc:sldChg chg="addSp delSp modSp del">
        <pc:chgData name="DANG KHOA LE" userId="S::103844421@student.swin.edu.au::1f5f457a-11fb-4a79-9dec-fe88eead2d27" providerId="AD" clId="Web-{323C6A16-8C68-E5DF-188C-768C655776B7}" dt="2025-06-13T10:34:57.060" v="1042"/>
        <pc:sldMkLst>
          <pc:docMk/>
          <pc:sldMk cId="3858124629" sldId="258"/>
        </pc:sldMkLst>
        <pc:spChg chg="mod">
          <ac:chgData name="DANG KHOA LE" userId="S::103844421@student.swin.edu.au::1f5f457a-11fb-4a79-9dec-fe88eead2d27" providerId="AD" clId="Web-{323C6A16-8C68-E5DF-188C-768C655776B7}" dt="2025-06-13T08:46:28.007" v="100" actId="20577"/>
          <ac:spMkLst>
            <pc:docMk/>
            <pc:sldMk cId="3858124629" sldId="258"/>
            <ac:spMk id="3" creationId="{98E7ECF8-D85C-D89C-8789-631A9B2E1FE1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08:49:02.452" v="130" actId="1076"/>
          <ac:spMkLst>
            <pc:docMk/>
            <pc:sldMk cId="3858124629" sldId="258"/>
            <ac:spMk id="4" creationId="{BCF0E388-0242-865A-7101-9CA8D2C8594B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8:49:47.922" v="136" actId="1076"/>
          <ac:spMkLst>
            <pc:docMk/>
            <pc:sldMk cId="3858124629" sldId="258"/>
            <ac:spMk id="9" creationId="{E7B0C0D9-3672-96F7-4E79-56E89A29C304}"/>
          </ac:spMkLst>
        </pc:spChg>
        <pc:spChg chg="del">
          <ac:chgData name="DANG KHOA LE" userId="S::103844421@student.swin.edu.au::1f5f457a-11fb-4a79-9dec-fe88eead2d27" providerId="AD" clId="Web-{323C6A16-8C68-E5DF-188C-768C655776B7}" dt="2025-06-13T08:43:58.734" v="48"/>
          <ac:spMkLst>
            <pc:docMk/>
            <pc:sldMk cId="3858124629" sldId="258"/>
            <ac:spMk id="14" creationId="{0167D3F5-16E1-9AC2-36F0-296CF216BF9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8:56:48.848" v="211" actId="1076"/>
          <ac:spMkLst>
            <pc:docMk/>
            <pc:sldMk cId="3858124629" sldId="258"/>
            <ac:spMk id="17" creationId="{C57FE81A-2B0C-E1C5-3CA9-B75981ADC32A}"/>
          </ac:spMkLst>
        </pc:spChg>
        <pc:spChg chg="del">
          <ac:chgData name="DANG KHOA LE" userId="S::103844421@student.swin.edu.au::1f5f457a-11fb-4a79-9dec-fe88eead2d27" providerId="AD" clId="Web-{323C6A16-8C68-E5DF-188C-768C655776B7}" dt="2025-06-13T08:44:05.313" v="50"/>
          <ac:spMkLst>
            <pc:docMk/>
            <pc:sldMk cId="3858124629" sldId="258"/>
            <ac:spMk id="18" creationId="{7970F0ED-8D95-D07D-62B0-2AE58120DBF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8:47:02.352" v="106" actId="14100"/>
          <ac:spMkLst>
            <pc:docMk/>
            <pc:sldMk cId="3858124629" sldId="258"/>
            <ac:spMk id="54" creationId="{8906F7D1-894D-DC5A-7E92-C35A43CC930E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8:47:02.368" v="107" actId="14100"/>
          <ac:spMkLst>
            <pc:docMk/>
            <pc:sldMk cId="3858124629" sldId="258"/>
            <ac:spMk id="55" creationId="{1CA5167C-B7E8-8B13-E3B7-E46CC13139A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8:54:05.684" v="162" actId="20577"/>
          <ac:spMkLst>
            <pc:docMk/>
            <pc:sldMk cId="3858124629" sldId="258"/>
            <ac:spMk id="56" creationId="{A84EA9CF-8F3F-8B74-F105-CB0498C5FD5B}"/>
          </ac:spMkLst>
        </pc:spChg>
        <pc:picChg chg="add del mod">
          <ac:chgData name="DANG KHOA LE" userId="S::103844421@student.swin.edu.au::1f5f457a-11fb-4a79-9dec-fe88eead2d27" providerId="AD" clId="Web-{323C6A16-8C68-E5DF-188C-768C655776B7}" dt="2025-06-13T08:54:06.122" v="163"/>
          <ac:picMkLst>
            <pc:docMk/>
            <pc:sldMk cId="3858124629" sldId="258"/>
            <ac:picMk id="12" creationId="{5A52AB6E-B420-A710-BFE1-88FA93E2E90D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8:42:56.263" v="2" actId="1076"/>
          <ac:picMkLst>
            <pc:docMk/>
            <pc:sldMk cId="3858124629" sldId="258"/>
            <ac:picMk id="13" creationId="{0C556533-39CC-D7B1-4BF6-A0FB82788A31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8:42:56.278" v="3" actId="1076"/>
          <ac:picMkLst>
            <pc:docMk/>
            <pc:sldMk cId="3858124629" sldId="258"/>
            <ac:picMk id="15" creationId="{F6C3105C-C384-A50B-37D8-AA7C95DF8A99}"/>
          </ac:picMkLst>
        </pc:picChg>
        <pc:picChg chg="add mod">
          <ac:chgData name="DANG KHOA LE" userId="S::103844421@student.swin.edu.au::1f5f457a-11fb-4a79-9dec-fe88eead2d27" providerId="AD" clId="Web-{323C6A16-8C68-E5DF-188C-768C655776B7}" dt="2025-06-13T08:54:22.373" v="167" actId="1076"/>
          <ac:picMkLst>
            <pc:docMk/>
            <pc:sldMk cId="3858124629" sldId="258"/>
            <ac:picMk id="16" creationId="{A16B8661-07D8-12D5-C339-24CC93DAB480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8:44:19.017" v="54" actId="1076"/>
          <ac:picMkLst>
            <pc:docMk/>
            <pc:sldMk cId="3858124629" sldId="258"/>
            <ac:picMk id="19" creationId="{0C12E5D8-B539-4005-0AE0-1C4B1503F08C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8:57:40.351" v="213"/>
          <ac:picMkLst>
            <pc:docMk/>
            <pc:sldMk cId="3858124629" sldId="258"/>
            <ac:picMk id="22" creationId="{A45ED415-7617-4AA8-0F7D-48C535CA8F93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8:58:28.493" v="216"/>
          <ac:picMkLst>
            <pc:docMk/>
            <pc:sldMk cId="3858124629" sldId="258"/>
            <ac:picMk id="32" creationId="{9BD158A3-9DB1-CCA1-D580-2D9E53D73948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8:48:47.873" v="127" actId="14100"/>
          <ac:picMkLst>
            <pc:docMk/>
            <pc:sldMk cId="3858124629" sldId="258"/>
            <ac:picMk id="53" creationId="{4562FF15-EAD4-B807-D338-935A914895D4}"/>
          </ac:picMkLst>
        </pc:picChg>
        <pc:picChg chg="del mod">
          <ac:chgData name="DANG KHOA LE" userId="S::103844421@student.swin.edu.au::1f5f457a-11fb-4a79-9dec-fe88eead2d27" providerId="AD" clId="Web-{323C6A16-8C68-E5DF-188C-768C655776B7}" dt="2025-06-13T08:50:06.126" v="138"/>
          <ac:picMkLst>
            <pc:docMk/>
            <pc:sldMk cId="3858124629" sldId="258"/>
            <ac:picMk id="69" creationId="{9ED139FF-6D6B-91E8-0B32-593A2EC5262B}"/>
          </ac:picMkLst>
        </pc:picChg>
      </pc:sldChg>
      <pc:sldChg chg="addSp delSp modSp add replId">
        <pc:chgData name="DANG KHOA LE" userId="S::103844421@student.swin.edu.au::1f5f457a-11fb-4a79-9dec-fe88eead2d27" providerId="AD" clId="Web-{323C6A16-8C68-E5DF-188C-768C655776B7}" dt="2025-06-13T10:54:20.166" v="1164" actId="1076"/>
        <pc:sldMkLst>
          <pc:docMk/>
          <pc:sldMk cId="791946828" sldId="259"/>
        </pc:sldMkLst>
        <pc:spChg chg="add mod">
          <ac:chgData name="DANG KHOA LE" userId="S::103844421@student.swin.edu.au::1f5f457a-11fb-4a79-9dec-fe88eead2d27" providerId="AD" clId="Web-{323C6A16-8C68-E5DF-188C-768C655776B7}" dt="2025-06-13T10:38:00.459" v="1074" actId="1076"/>
          <ac:spMkLst>
            <pc:docMk/>
            <pc:sldMk cId="791946828" sldId="259"/>
            <ac:spMk id="2" creationId="{0A5FF58D-3121-5FAB-8D16-7CB2FA880DBD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9:19.133" v="356" actId="20577"/>
          <ac:spMkLst>
            <pc:docMk/>
            <pc:sldMk cId="791946828" sldId="259"/>
            <ac:spMk id="3" creationId="{A9D5E941-378F-841A-C24E-7E00C000215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6:16.859" v="333" actId="1076"/>
          <ac:spMkLst>
            <pc:docMk/>
            <pc:sldMk cId="791946828" sldId="259"/>
            <ac:spMk id="4" creationId="{DE60AA29-6DC8-8D76-717F-A001794C3B1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71" v="229"/>
          <ac:spMkLst>
            <pc:docMk/>
            <pc:sldMk cId="791946828" sldId="259"/>
            <ac:spMk id="5" creationId="{DB0AC933-1D98-DDFC-B581-5A0F7F3722DA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71" v="230"/>
          <ac:spMkLst>
            <pc:docMk/>
            <pc:sldMk cId="791946828" sldId="259"/>
            <ac:spMk id="7" creationId="{E4826C4B-8ED1-4B09-D7A4-79C77875764C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71" v="231"/>
          <ac:spMkLst>
            <pc:docMk/>
            <pc:sldMk cId="791946828" sldId="259"/>
            <ac:spMk id="8" creationId="{D122DC3A-5EFD-5E28-4E17-5625857EB268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53:44.649" v="1159" actId="20577"/>
          <ac:spMkLst>
            <pc:docMk/>
            <pc:sldMk cId="791946828" sldId="259"/>
            <ac:spMk id="9" creationId="{795FB78C-D3A6-D128-A9DA-2420D998E021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26:32.818" v="963" actId="1076"/>
          <ac:spMkLst>
            <pc:docMk/>
            <pc:sldMk cId="791946828" sldId="259"/>
            <ac:spMk id="10" creationId="{BE22F0EF-1E0B-7C39-B1C1-80FF6B91A581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01:40.731" v="847" actId="14100"/>
          <ac:spMkLst>
            <pc:docMk/>
            <pc:sldMk cId="791946828" sldId="259"/>
            <ac:spMk id="11" creationId="{4B3C1778-4ECC-77FB-5275-885D0273373B}"/>
          </ac:spMkLst>
        </pc:spChg>
        <pc:spChg chg="add mod ord">
          <ac:chgData name="DANG KHOA LE" userId="S::103844421@student.swin.edu.au::1f5f457a-11fb-4a79-9dec-fe88eead2d27" providerId="AD" clId="Web-{323C6A16-8C68-E5DF-188C-768C655776B7}" dt="2025-06-13T10:50:34.049" v="1130" actId="14100"/>
          <ac:spMkLst>
            <pc:docMk/>
            <pc:sldMk cId="791946828" sldId="259"/>
            <ac:spMk id="12" creationId="{3FE91E02-7E06-047F-2BF1-D37A6BFE8209}"/>
          </ac:spMkLst>
        </pc:spChg>
        <pc:spChg chg="add del mod">
          <ac:chgData name="DANG KHOA LE" userId="S::103844421@student.swin.edu.au::1f5f457a-11fb-4a79-9dec-fe88eead2d27" providerId="AD" clId="Web-{323C6A16-8C68-E5DF-188C-768C655776B7}" dt="2025-06-13T09:07:13.377" v="341"/>
          <ac:spMkLst>
            <pc:docMk/>
            <pc:sldMk cId="791946828" sldId="259"/>
            <ac:spMk id="14" creationId="{DEF0FBD0-D5AB-7F94-38D2-A55A46D7BBF3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10:53:35.055" v="1158" actId="20577"/>
          <ac:spMkLst>
            <pc:docMk/>
            <pc:sldMk cId="791946828" sldId="259"/>
            <ac:spMk id="16" creationId="{87C57660-B672-5671-DE62-1F52B28B727B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09:51.082" v="948" actId="20577"/>
          <ac:spMkLst>
            <pc:docMk/>
            <pc:sldMk cId="791946828" sldId="259"/>
            <ac:spMk id="17" creationId="{909A65B5-E68A-09F8-DC0F-429FECF0A728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09:08:12.849" v="348" actId="1076"/>
          <ac:spMkLst>
            <pc:docMk/>
            <pc:sldMk cId="791946828" sldId="259"/>
            <ac:spMk id="18" creationId="{27C99DF8-6E80-078C-84E0-D2A18CB18E0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58:16.596" v="777" actId="1076"/>
          <ac:spMkLst>
            <pc:docMk/>
            <pc:sldMk cId="791946828" sldId="259"/>
            <ac:spMk id="20" creationId="{52687573-D172-4744-4D23-F71FC1BCA5B8}"/>
          </ac:spMkLst>
        </pc:spChg>
        <pc:spChg chg="add del mod">
          <ac:chgData name="DANG KHOA LE" userId="S::103844421@student.swin.edu.au::1f5f457a-11fb-4a79-9dec-fe88eead2d27" providerId="AD" clId="Web-{323C6A16-8C68-E5DF-188C-768C655776B7}" dt="2025-06-13T09:59:25.912" v="792"/>
          <ac:spMkLst>
            <pc:docMk/>
            <pc:sldMk cId="791946828" sldId="259"/>
            <ac:spMk id="21" creationId="{9CB3C1B0-BA52-5CD4-BA83-2E81B72417E8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71" v="236"/>
          <ac:spMkLst>
            <pc:docMk/>
            <pc:sldMk cId="791946828" sldId="259"/>
            <ac:spMk id="23" creationId="{A77D5386-31BE-9DDF-ED03-9F0C12D00BBB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71" v="237"/>
          <ac:spMkLst>
            <pc:docMk/>
            <pc:sldMk cId="791946828" sldId="259"/>
            <ac:spMk id="24" creationId="{C3657E1E-6477-86D7-5435-81722A901C85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38"/>
          <ac:spMkLst>
            <pc:docMk/>
            <pc:sldMk cId="791946828" sldId="259"/>
            <ac:spMk id="25" creationId="{009E4EC4-4D0E-A87B-B5BD-D44D6134D0DF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26:04.209" v="960" actId="1076"/>
          <ac:spMkLst>
            <pc:docMk/>
            <pc:sldMk cId="791946828" sldId="259"/>
            <ac:spMk id="26" creationId="{9B97EEDA-7EE6-8010-34A3-A28F109693B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0"/>
          <ac:spMkLst>
            <pc:docMk/>
            <pc:sldMk cId="791946828" sldId="259"/>
            <ac:spMk id="27" creationId="{024CE227-4231-1D42-C897-1ED3B33BA7C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59:08.599" v="784" actId="1076"/>
          <ac:spMkLst>
            <pc:docMk/>
            <pc:sldMk cId="791946828" sldId="259"/>
            <ac:spMk id="28" creationId="{0A3D8562-8714-4D08-67D0-3CBAC0F868D3}"/>
          </ac:spMkLst>
        </pc:spChg>
        <pc:spChg chg="del mod">
          <ac:chgData name="DANG KHOA LE" userId="S::103844421@student.swin.edu.au::1f5f457a-11fb-4a79-9dec-fe88eead2d27" providerId="AD" clId="Web-{323C6A16-8C68-E5DF-188C-768C655776B7}" dt="2025-06-13T09:59:20.303" v="789"/>
          <ac:spMkLst>
            <pc:docMk/>
            <pc:sldMk cId="791946828" sldId="259"/>
            <ac:spMk id="29" creationId="{7D6EF85B-E34E-36A6-CC2F-3771E9DD864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3"/>
          <ac:spMkLst>
            <pc:docMk/>
            <pc:sldMk cId="791946828" sldId="259"/>
            <ac:spMk id="31" creationId="{C531EE9F-A729-98FD-5D51-14D78891CFAB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4"/>
          <ac:spMkLst>
            <pc:docMk/>
            <pc:sldMk cId="791946828" sldId="259"/>
            <ac:spMk id="33" creationId="{A0F25C5E-2324-931E-365F-6B9196E35A6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5"/>
          <ac:spMkLst>
            <pc:docMk/>
            <pc:sldMk cId="791946828" sldId="259"/>
            <ac:spMk id="34" creationId="{837BB974-3876-3764-A332-071FD99A096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6"/>
          <ac:spMkLst>
            <pc:docMk/>
            <pc:sldMk cId="791946828" sldId="259"/>
            <ac:spMk id="35" creationId="{AEC99235-DD9D-C43F-B730-4EF87ED1720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7"/>
          <ac:spMkLst>
            <pc:docMk/>
            <pc:sldMk cId="791946828" sldId="259"/>
            <ac:spMk id="36" creationId="{FFE90D46-F607-6370-5E55-06BD6771BB7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48"/>
          <ac:spMkLst>
            <pc:docMk/>
            <pc:sldMk cId="791946828" sldId="259"/>
            <ac:spMk id="37" creationId="{4774AA25-C070-8226-8165-5279457FE1E3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45:55.946" v="1089" actId="1076"/>
          <ac:spMkLst>
            <pc:docMk/>
            <pc:sldMk cId="791946828" sldId="259"/>
            <ac:spMk id="38" creationId="{226B0B18-B9EC-6498-631E-3E19A5C67E66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50"/>
          <ac:spMkLst>
            <pc:docMk/>
            <pc:sldMk cId="791946828" sldId="259"/>
            <ac:spMk id="39" creationId="{DD3B3681-0C03-3D70-955D-BEA78ACE4449}"/>
          </ac:spMkLst>
        </pc:spChg>
        <pc:spChg chg="del mod">
          <ac:chgData name="DANG KHOA LE" userId="S::103844421@student.swin.edu.au::1f5f457a-11fb-4a79-9dec-fe88eead2d27" providerId="AD" clId="Web-{323C6A16-8C68-E5DF-188C-768C655776B7}" dt="2025-06-13T09:59:27.803" v="793"/>
          <ac:spMkLst>
            <pc:docMk/>
            <pc:sldMk cId="791946828" sldId="259"/>
            <ac:spMk id="40" creationId="{C5DC1F84-6AD6-F9EA-EE19-899FE63B25E7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10:53:04.351" v="1152" actId="1076"/>
          <ac:spMkLst>
            <pc:docMk/>
            <pc:sldMk cId="791946828" sldId="259"/>
            <ac:spMk id="41" creationId="{089F99BC-698A-9224-298E-94578B419C70}"/>
          </ac:spMkLst>
        </pc:spChg>
        <pc:spChg chg="add del mod">
          <ac:chgData name="DANG KHOA LE" userId="S::103844421@student.swin.edu.au::1f5f457a-11fb-4a79-9dec-fe88eead2d27" providerId="AD" clId="Web-{323C6A16-8C68-E5DF-188C-768C655776B7}" dt="2025-06-13T09:21:08.119" v="527"/>
          <ac:spMkLst>
            <pc:docMk/>
            <pc:sldMk cId="791946828" sldId="259"/>
            <ac:spMk id="42" creationId="{D9B8AFD9-BCDA-A60A-5A59-E3CF443EC88B}"/>
          </ac:spMkLst>
        </pc:spChg>
        <pc:spChg chg="add del mod">
          <ac:chgData name="DANG KHOA LE" userId="S::103844421@student.swin.edu.au::1f5f457a-11fb-4a79-9dec-fe88eead2d27" providerId="AD" clId="Web-{323C6A16-8C68-E5DF-188C-768C655776B7}" dt="2025-06-13T09:25:53.788" v="552"/>
          <ac:spMkLst>
            <pc:docMk/>
            <pc:sldMk cId="791946828" sldId="259"/>
            <ac:spMk id="43" creationId="{48458952-A5F3-6062-FA1F-92B847325B2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54"/>
          <ac:spMkLst>
            <pc:docMk/>
            <pc:sldMk cId="791946828" sldId="259"/>
            <ac:spMk id="48" creationId="{3C17D818-7D95-9849-BA11-7AD57168CEF4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55"/>
          <ac:spMkLst>
            <pc:docMk/>
            <pc:sldMk cId="791946828" sldId="259"/>
            <ac:spMk id="49" creationId="{7054EEAB-0DBF-4DBE-3C0E-22AB8FACBDAD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52"/>
          <ac:spMkLst>
            <pc:docMk/>
            <pc:sldMk cId="791946828" sldId="259"/>
            <ac:spMk id="50" creationId="{9AD3C5B8-81FF-C3E4-0704-DB4F2C85B85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0:39.187" v="253"/>
          <ac:spMkLst>
            <pc:docMk/>
            <pc:sldMk cId="791946828" sldId="259"/>
            <ac:spMk id="51" creationId="{5275A789-FC68-0363-D029-7358EA2CAFC9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09:06:24.500" v="335" actId="1076"/>
          <ac:spMkLst>
            <pc:docMk/>
            <pc:sldMk cId="791946828" sldId="259"/>
            <ac:spMk id="54" creationId="{E8577A03-2CCC-FB4C-F811-ED8D532778FF}"/>
          </ac:spMkLst>
        </pc:spChg>
        <pc:spChg chg="del mod">
          <ac:chgData name="DANG KHOA LE" userId="S::103844421@student.swin.edu.au::1f5f457a-11fb-4a79-9dec-fe88eead2d27" providerId="AD" clId="Web-{323C6A16-8C68-E5DF-188C-768C655776B7}" dt="2025-06-13T09:06:20.437" v="334"/>
          <ac:spMkLst>
            <pc:docMk/>
            <pc:sldMk cId="791946828" sldId="259"/>
            <ac:spMk id="55" creationId="{4813BA10-17CB-2959-FF4C-4D9B7619E3B8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53:04.257" v="1151" actId="1076"/>
          <ac:spMkLst>
            <pc:docMk/>
            <pc:sldMk cId="791946828" sldId="259"/>
            <ac:spMk id="56" creationId="{1B13DB36-FDF9-D5F9-1D94-B1C89286DE2A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09:48:45.164" v="714" actId="1076"/>
          <ac:spMkLst>
            <pc:docMk/>
            <pc:sldMk cId="791946828" sldId="259"/>
            <ac:spMk id="57" creationId="{6306FF36-32FB-8576-D446-E168FACBDE8B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34:11.558" v="1039" actId="14100"/>
          <ac:spMkLst>
            <pc:docMk/>
            <pc:sldMk cId="791946828" sldId="259"/>
            <ac:spMk id="62" creationId="{505BCE6C-00BA-AEF2-4CF3-9D9434E7A632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34:38.231" v="1041" actId="1076"/>
          <ac:spMkLst>
            <pc:docMk/>
            <pc:sldMk cId="791946828" sldId="259"/>
            <ac:spMk id="63" creationId="{B45D51A4-D516-AF3D-837C-0F6DC41D6268}"/>
          </ac:spMkLst>
        </pc:spChg>
        <pc:spChg chg="add mod ord">
          <ac:chgData name="DANG KHOA LE" userId="S::103844421@student.swin.edu.au::1f5f457a-11fb-4a79-9dec-fe88eead2d27" providerId="AD" clId="Web-{323C6A16-8C68-E5DF-188C-768C655776B7}" dt="2025-06-13T10:33:24.025" v="1027" actId="1076"/>
          <ac:spMkLst>
            <pc:docMk/>
            <pc:sldMk cId="791946828" sldId="259"/>
            <ac:spMk id="64" creationId="{E4A047A1-3E6E-41EB-2859-6EDE7E80741A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10:50:17.814" v="1128" actId="1076"/>
          <ac:spMkLst>
            <pc:docMk/>
            <pc:sldMk cId="791946828" sldId="259"/>
            <ac:spMk id="65" creationId="{CDEDCD9F-6BDB-3FD4-D7FB-41F125CECF93}"/>
          </ac:spMkLst>
        </pc:spChg>
        <pc:spChg chg="add mod ord">
          <ac:chgData name="DANG KHOA LE" userId="S::103844421@student.swin.edu.au::1f5f457a-11fb-4a79-9dec-fe88eead2d27" providerId="AD" clId="Web-{323C6A16-8C68-E5DF-188C-768C655776B7}" dt="2025-06-13T10:31:18.316" v="1003" actId="14100"/>
          <ac:spMkLst>
            <pc:docMk/>
            <pc:sldMk cId="791946828" sldId="259"/>
            <ac:spMk id="66" creationId="{045843AD-9620-9E3F-1CFC-5BEAD067A405}"/>
          </ac:spMkLst>
        </pc:spChg>
        <pc:spChg chg="mod">
          <ac:chgData name="DANG KHOA LE" userId="S::103844421@student.swin.edu.au::1f5f457a-11fb-4a79-9dec-fe88eead2d27" providerId="AD" clId="Web-{323C6A16-8C68-E5DF-188C-768C655776B7}" dt="2025-06-13T10:38:00.319" v="1073" actId="1076"/>
          <ac:spMkLst>
            <pc:docMk/>
            <pc:sldMk cId="791946828" sldId="259"/>
            <ac:spMk id="67" creationId="{27302B3E-D9E9-A85E-9E4A-8F4293190017}"/>
          </ac:spMkLst>
        </pc:spChg>
        <pc:spChg chg="del mod">
          <ac:chgData name="DANG KHOA LE" userId="S::103844421@student.swin.edu.au::1f5f457a-11fb-4a79-9dec-fe88eead2d27" providerId="AD" clId="Web-{323C6A16-8C68-E5DF-188C-768C655776B7}" dt="2025-06-13T10:02:43.999" v="857"/>
          <ac:spMkLst>
            <pc:docMk/>
            <pc:sldMk cId="791946828" sldId="259"/>
            <ac:spMk id="68" creationId="{599034A7-1CE0-F236-F481-CABA87DD4726}"/>
          </ac:spMkLst>
        </pc:spChg>
        <pc:spChg chg="add mod">
          <ac:chgData name="DANG KHOA LE" userId="S::103844421@student.swin.edu.au::1f5f457a-11fb-4a79-9dec-fe88eead2d27" providerId="AD" clId="Web-{323C6A16-8C68-E5DF-188C-768C655776B7}" dt="2025-06-13T10:33:24.134" v="1028" actId="1076"/>
          <ac:spMkLst>
            <pc:docMk/>
            <pc:sldMk cId="791946828" sldId="259"/>
            <ac:spMk id="69" creationId="{4164B881-4539-057F-09D6-277EDAE66DC1}"/>
          </ac:spMkLst>
        </pc:spChg>
        <pc:grpChg chg="add del mod">
          <ac:chgData name="DANG KHOA LE" userId="S::103844421@student.swin.edu.au::1f5f457a-11fb-4a79-9dec-fe88eead2d27" providerId="AD" clId="Web-{323C6A16-8C68-E5DF-188C-768C655776B7}" dt="2025-06-13T10:06:20.259" v="897" actId="1076"/>
          <ac:grpSpMkLst>
            <pc:docMk/>
            <pc:sldMk cId="791946828" sldId="259"/>
            <ac:grpSpMk id="30" creationId="{0E521650-BF51-97DD-C011-662AC166D1D4}"/>
          </ac:grpSpMkLst>
        </pc:grpChg>
        <pc:picChg chg="del">
          <ac:chgData name="DANG KHOA LE" userId="S::103844421@student.swin.edu.au::1f5f457a-11fb-4a79-9dec-fe88eead2d27" providerId="AD" clId="Web-{323C6A16-8C68-E5DF-188C-768C655776B7}" dt="2025-06-13T08:58:45.994" v="218"/>
          <ac:picMkLst>
            <pc:docMk/>
            <pc:sldMk cId="791946828" sldId="259"/>
            <ac:picMk id="2" creationId="{56AD11B9-C238-9778-0979-6E09A04F11EC}"/>
          </ac:picMkLst>
        </pc:picChg>
        <pc:picChg chg="add del mod ord">
          <ac:chgData name="DANG KHOA LE" userId="S::103844421@student.swin.edu.au::1f5f457a-11fb-4a79-9dec-fe88eead2d27" providerId="AD" clId="Web-{323C6A16-8C68-E5DF-188C-768C655776B7}" dt="2025-06-13T09:02:09.644" v="271"/>
          <ac:picMkLst>
            <pc:docMk/>
            <pc:sldMk cId="791946828" sldId="259"/>
            <ac:picMk id="6" creationId="{6A3D4222-BD3C-4A53-DA02-01C1828230ED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10:50:45.471" v="1131" actId="1076"/>
          <ac:picMkLst>
            <pc:docMk/>
            <pc:sldMk cId="791946828" sldId="259"/>
            <ac:picMk id="6" creationId="{77D2168C-6659-AA57-E8D5-D0F34CAE81BF}"/>
          </ac:picMkLst>
        </pc:picChg>
        <pc:picChg chg="add del mod ord">
          <ac:chgData name="DANG KHOA LE" userId="S::103844421@student.swin.edu.au::1f5f457a-11fb-4a79-9dec-fe88eead2d27" providerId="AD" clId="Web-{323C6A16-8C68-E5DF-188C-768C655776B7}" dt="2025-06-13T09:31:24.725" v="559"/>
          <ac:picMkLst>
            <pc:docMk/>
            <pc:sldMk cId="791946828" sldId="259"/>
            <ac:picMk id="12" creationId="{04ED32B1-9977-9F9B-56B6-FA20E53DAFED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10:11:26.586" v="951" actId="1076"/>
          <ac:picMkLst>
            <pc:docMk/>
            <pc:sldMk cId="791946828" sldId="259"/>
            <ac:picMk id="13" creationId="{D130E61E-63A9-6AEF-19BD-4EAB338E689B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10:43:38.866" v="1075" actId="1076"/>
          <ac:picMkLst>
            <pc:docMk/>
            <pc:sldMk cId="791946828" sldId="259"/>
            <ac:picMk id="14" creationId="{39965EC0-D84B-5024-C647-343627275AF4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10:11:26.664" v="952" actId="1076"/>
          <ac:picMkLst>
            <pc:docMk/>
            <pc:sldMk cId="791946828" sldId="259"/>
            <ac:picMk id="15" creationId="{9E623EAB-954E-3D4A-970A-9F33FCC8D8BA}"/>
          </ac:picMkLst>
        </pc:picChg>
        <pc:picChg chg="del">
          <ac:chgData name="DANG KHOA LE" userId="S::103844421@student.swin.edu.au::1f5f457a-11fb-4a79-9dec-fe88eead2d27" providerId="AD" clId="Web-{323C6A16-8C68-E5DF-188C-768C655776B7}" dt="2025-06-13T09:04:52.027" v="293"/>
          <ac:picMkLst>
            <pc:docMk/>
            <pc:sldMk cId="791946828" sldId="259"/>
            <ac:picMk id="16" creationId="{A429C191-3228-1EC0-204E-509F81D79540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10:49:03.264" v="1119"/>
          <ac:picMkLst>
            <pc:docMk/>
            <pc:sldMk cId="791946828" sldId="259"/>
            <ac:picMk id="19" creationId="{ACAC64FE-DA52-6D7F-6D66-CF4D7945721D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10:53:20.633" v="1154"/>
          <ac:picMkLst>
            <pc:docMk/>
            <pc:sldMk cId="791946828" sldId="259"/>
            <ac:picMk id="21" creationId="{ADF945F1-05C6-1825-A6DC-3D29C1C0E4AB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9:10:50.043" v="360"/>
          <ac:picMkLst>
            <pc:docMk/>
            <pc:sldMk cId="791946828" sldId="259"/>
            <ac:picMk id="22" creationId="{0DC9656F-2C5D-00C5-4080-1EFA01EF4A35}"/>
          </ac:picMkLst>
        </pc:picChg>
        <pc:picChg chg="add mod">
          <ac:chgData name="DANG KHOA LE" userId="S::103844421@student.swin.edu.au::1f5f457a-11fb-4a79-9dec-fe88eead2d27" providerId="AD" clId="Web-{323C6A16-8C68-E5DF-188C-768C655776B7}" dt="2025-06-13T10:54:20.166" v="1164" actId="1076"/>
          <ac:picMkLst>
            <pc:docMk/>
            <pc:sldMk cId="791946828" sldId="259"/>
            <ac:picMk id="22" creationId="{87281EB4-6E20-A1CD-AC59-58C12B21B37F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9:12:26.688" v="364"/>
          <ac:picMkLst>
            <pc:docMk/>
            <pc:sldMk cId="791946828" sldId="259"/>
            <ac:picMk id="32" creationId="{79F6EDA6-2F5F-25A3-190A-35052AB67730}"/>
          </ac:picMkLst>
        </pc:picChg>
        <pc:picChg chg="add mod ord modCrop">
          <ac:chgData name="DANG KHOA LE" userId="S::103844421@student.swin.edu.au::1f5f457a-11fb-4a79-9dec-fe88eead2d27" providerId="AD" clId="Web-{323C6A16-8C68-E5DF-188C-768C655776B7}" dt="2025-06-13T10:54:13.494" v="1162" actId="1076"/>
          <ac:picMkLst>
            <pc:docMk/>
            <pc:sldMk cId="791946828" sldId="259"/>
            <ac:picMk id="44" creationId="{590B3AD0-75DB-2DB6-CB0A-21D96A65256F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9:33:52.420" v="583"/>
          <ac:picMkLst>
            <pc:docMk/>
            <pc:sldMk cId="791946828" sldId="259"/>
            <ac:picMk id="45" creationId="{A639CF66-EA17-23FC-CEC4-6F8FD0ADECEC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10:28:40.340" v="968"/>
          <ac:picMkLst>
            <pc:docMk/>
            <pc:sldMk cId="791946828" sldId="259"/>
            <ac:picMk id="46" creationId="{E1467084-8788-A312-603A-C7E212EB4117}"/>
          </ac:picMkLst>
        </pc:picChg>
        <pc:picChg chg="add mod">
          <ac:chgData name="DANG KHOA LE" userId="S::103844421@student.swin.edu.au::1f5f457a-11fb-4a79-9dec-fe88eead2d27" providerId="AD" clId="Web-{323C6A16-8C68-E5DF-188C-768C655776B7}" dt="2025-06-13T09:57:00.030" v="768" actId="1076"/>
          <ac:picMkLst>
            <pc:docMk/>
            <pc:sldMk cId="791946828" sldId="259"/>
            <ac:picMk id="47" creationId="{E4849DDC-7E82-6207-DBC9-3B290EF3C114}"/>
          </ac:picMkLst>
        </pc:picChg>
        <pc:picChg chg="add del mod">
          <ac:chgData name="DANG KHOA LE" userId="S::103844421@student.swin.edu.au::1f5f457a-11fb-4a79-9dec-fe88eead2d27" providerId="AD" clId="Web-{323C6A16-8C68-E5DF-188C-768C655776B7}" dt="2025-06-13T09:47:36.489" v="683"/>
          <ac:picMkLst>
            <pc:docMk/>
            <pc:sldMk cId="791946828" sldId="259"/>
            <ac:picMk id="52" creationId="{995A0872-EA30-FE73-B636-8A53FFA6E37B}"/>
          </ac:picMkLst>
        </pc:picChg>
        <pc:picChg chg="mod">
          <ac:chgData name="DANG KHOA LE" userId="S::103844421@student.swin.edu.au::1f5f457a-11fb-4a79-9dec-fe88eead2d27" providerId="AD" clId="Web-{323C6A16-8C68-E5DF-188C-768C655776B7}" dt="2025-06-13T09:41:08.268" v="600"/>
          <ac:picMkLst>
            <pc:docMk/>
            <pc:sldMk cId="791946828" sldId="259"/>
            <ac:picMk id="53" creationId="{7B36F867-3E37-96A2-4788-FA9D9EA3F127}"/>
          </ac:picMkLst>
        </pc:picChg>
        <pc:picChg chg="add mod">
          <ac:chgData name="DANG KHOA LE" userId="S::103844421@student.swin.edu.au::1f5f457a-11fb-4a79-9dec-fe88eead2d27" providerId="AD" clId="Web-{323C6A16-8C68-E5DF-188C-768C655776B7}" dt="2025-06-13T09:48:22.882" v="694" actId="1076"/>
          <ac:picMkLst>
            <pc:docMk/>
            <pc:sldMk cId="791946828" sldId="259"/>
            <ac:picMk id="59" creationId="{6A7FC4C1-2B5D-7DEB-C04F-EBBE19A1A583}"/>
          </ac:picMkLst>
        </pc:picChg>
      </pc:sldChg>
    </pc:docChg>
  </pc:docChgLst>
  <pc:docChgLst>
    <pc:chgData clId="Web-{EDEBE307-375A-2D66-48AA-F4A9F7CEB7E9}"/>
    <pc:docChg chg="modSld">
      <pc:chgData name="" userId="" providerId="" clId="Web-{EDEBE307-375A-2D66-48AA-F4A9F7CEB7E9}" dt="2025-06-13T09:36:27.420" v="1" actId="20577"/>
      <pc:docMkLst>
        <pc:docMk/>
      </pc:docMkLst>
      <pc:sldChg chg="modSp">
        <pc:chgData name="" userId="" providerId="" clId="Web-{EDEBE307-375A-2D66-48AA-F4A9F7CEB7E9}" dt="2025-06-13T09:36:27.420" v="1" actId="20577"/>
        <pc:sldMkLst>
          <pc:docMk/>
          <pc:sldMk cId="4167968385" sldId="260"/>
        </pc:sldMkLst>
        <pc:spChg chg="mod">
          <ac:chgData name="" userId="" providerId="" clId="Web-{EDEBE307-375A-2D66-48AA-F4A9F7CEB7E9}" dt="2025-06-13T09:36:27.420" v="1" actId="20577"/>
          <ac:spMkLst>
            <pc:docMk/>
            <pc:sldMk cId="4167968385" sldId="260"/>
            <ac:spMk id="67" creationId="{64F77295-DE33-BF65-B47A-A00EEBE3C5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01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B556-95E4-FEFB-DE5E-092F9F59E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2992968"/>
            <a:ext cx="10972800" cy="6366933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56DA2-FED9-0D7A-9344-E98438A50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9605435"/>
            <a:ext cx="10972800" cy="4415365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BE6C-A486-7C42-7ED1-828F6BC6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8A8AB-C493-D7F0-BE04-BAF42532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D2556-621C-0C34-35AA-AC714480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24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9B2D-6461-1C97-33E7-48501C93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C269-4FC1-6DAE-F4BC-AC3AA8FE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95DC-74FF-384C-AD01-3AFC26B7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BF2-D645-BBFE-6400-177EDA24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C5456-4CE3-C553-263E-CDDFA9CC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085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C495-84BF-BBC6-4159-25FF696B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4559303"/>
            <a:ext cx="12618720" cy="7607299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AAEFD-4C0A-D943-EC62-EE19BFCD3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12238569"/>
            <a:ext cx="12618720" cy="4000499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172D-F331-27D2-5F94-DB51E5C6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90BD-811F-4195-1532-1CE10A7E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B4F1-27E6-A4F9-2EF4-18DADADC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504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3CE1-617C-C63D-8FC7-BEA49CA1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4008-BE14-13EB-FF0D-635AB7A51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4868333"/>
            <a:ext cx="621792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49846-39E6-E883-C247-BCD505380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4868333"/>
            <a:ext cx="621792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81F01-8E58-B1FC-A6BD-48F664F7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8281A-F891-5D74-29AA-75DB1C4A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8B7F7-BBBE-644A-C913-B1612304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331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BE61-E334-8879-A0C0-BCD05730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973668"/>
            <a:ext cx="1261872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858B-F9B3-B0E0-3E88-7B2081B4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4483101"/>
            <a:ext cx="6189344" cy="219709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18321-32CC-658D-7CAD-72D259FF1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6680200"/>
            <a:ext cx="618934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B08A3-F797-5AFB-AF73-C3DA690F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4483101"/>
            <a:ext cx="6219826" cy="219709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906A4-FA5D-69C7-4499-D6DA4E9EB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6680200"/>
            <a:ext cx="6219826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8F0F9-09AB-A098-EE47-4FA2E631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FFF79-CDC1-AE81-7E18-A0E72A2E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F0845-7701-4C17-C63F-A87FD0F0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847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ABF1-45EA-B11D-C19C-992DEA23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B05EA-C8F8-372C-64E1-FCFE85C4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6C8F5-8D6F-DEBD-4BD8-279ADC30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B7EBF-BF38-EC47-794C-8B254C3D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492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CC128-EF09-8354-67B4-A42E590C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1BE78-D87F-5261-A9DA-B9CDE7EA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744F-3D9D-7510-9B9D-EFC1E9FA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674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8E8A-83E5-A106-2E4E-F41DA850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1219200"/>
            <a:ext cx="4718684" cy="42672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3571-014D-6962-FE24-AAC0978A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2633135"/>
            <a:ext cx="7406640" cy="1299633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4515-04A3-2E6A-2091-D4214E8AD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5486400"/>
            <a:ext cx="4718684" cy="101642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CF13-175C-AAEB-1E34-7EB1739C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FDD2-BB7A-A0BF-A832-9F92BBE3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03CB-8E98-F778-A29F-4F7AE92D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254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AAF9-486E-3267-B0B4-81458E96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1219200"/>
            <a:ext cx="4718684" cy="42672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8A422-16D8-58F5-4082-38FB4FE52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2633135"/>
            <a:ext cx="7406640" cy="12996333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ED40E-3907-29F0-88B7-D54AB00D8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5486400"/>
            <a:ext cx="4718684" cy="101642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4B621-609A-9BA1-D418-4C7A2C22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17349-8FDD-6CD6-3B87-3FFD78BC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9DF4B-0ACF-59B7-31F9-C055DE2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053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7DB7-809F-C26E-0D6E-A2E934C3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63F6F-89AA-C503-2995-2F55FCDD2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487A-23A0-E80F-DAD1-127AD436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426B-04F4-6345-A153-AC47302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BA45E-3BE3-ED8F-F9DC-504B6CBE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178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8B8F1-AC84-1C3F-B19D-54B9AEEB6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973667"/>
            <a:ext cx="315468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46EDF-95E7-296F-6606-ED01D3F1D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973667"/>
            <a:ext cx="928116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292E9-90E1-255B-9367-16C76ECD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68EB-18E4-16EF-2846-131C7698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8CF49-A8CC-B701-F10B-2346E131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263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621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B556-95E4-FEFB-DE5E-092F9F59E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2992968"/>
            <a:ext cx="10972800" cy="6366933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56DA2-FED9-0D7A-9344-E98438A50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9605435"/>
            <a:ext cx="10972800" cy="4415365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BE6C-A486-7C42-7ED1-828F6BC6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8A8AB-C493-D7F0-BE04-BAF42532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D2556-621C-0C34-35AA-AC714480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240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9B2D-6461-1C97-33E7-48501C93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C269-4FC1-6DAE-F4BC-AC3AA8FE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95DC-74FF-384C-AD01-3AFC26B7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BF2-D645-BBFE-6400-177EDA24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C5456-4CE3-C553-263E-CDDFA9CC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639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C495-84BF-BBC6-4159-25FF696B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4559303"/>
            <a:ext cx="12618720" cy="7607299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AAEFD-4C0A-D943-EC62-EE19BFCD3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12238569"/>
            <a:ext cx="12618720" cy="4000499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172D-F331-27D2-5F94-DB51E5C6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90BD-811F-4195-1532-1CE10A7E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B4F1-27E6-A4F9-2EF4-18DADADC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378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3CE1-617C-C63D-8FC7-BEA49CA1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4008-BE14-13EB-FF0D-635AB7A51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4868333"/>
            <a:ext cx="621792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49846-39E6-E883-C247-BCD505380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4868333"/>
            <a:ext cx="621792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81F01-8E58-B1FC-A6BD-48F664F7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8281A-F891-5D74-29AA-75DB1C4A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8B7F7-BBBE-644A-C913-B1612304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2142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BE61-E334-8879-A0C0-BCD05730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973668"/>
            <a:ext cx="1261872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858B-F9B3-B0E0-3E88-7B2081B4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4483101"/>
            <a:ext cx="6189344" cy="219709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18321-32CC-658D-7CAD-72D259FF1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6680200"/>
            <a:ext cx="618934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B08A3-F797-5AFB-AF73-C3DA690F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4483101"/>
            <a:ext cx="6219826" cy="219709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906A4-FA5D-69C7-4499-D6DA4E9EB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6680200"/>
            <a:ext cx="6219826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48F0F9-09AB-A098-EE47-4FA2E631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FFF79-CDC1-AE81-7E18-A0E72A2E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F0845-7701-4C17-C63F-A87FD0F02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885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ABF1-45EA-B11D-C19C-992DEA23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B05EA-C8F8-372C-64E1-FCFE85C4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6C8F5-8D6F-DEBD-4BD8-279ADC30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B7EBF-BF38-EC47-794C-8B254C3D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1042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CC128-EF09-8354-67B4-A42E590C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1BE78-D87F-5261-A9DA-B9CDE7EA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744F-3D9D-7510-9B9D-EFC1E9FA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3285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8E8A-83E5-A106-2E4E-F41DA850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1219200"/>
            <a:ext cx="4718684" cy="42672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3571-014D-6962-FE24-AAC0978A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2633135"/>
            <a:ext cx="7406640" cy="1299633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4515-04A3-2E6A-2091-D4214E8AD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5486400"/>
            <a:ext cx="4718684" cy="101642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CF13-175C-AAEB-1E34-7EB1739C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FDD2-BB7A-A0BF-A832-9F92BBE3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03CB-8E98-F778-A29F-4F7AE92D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4902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AAF9-486E-3267-B0B4-81458E96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1219200"/>
            <a:ext cx="4718684" cy="42672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8A422-16D8-58F5-4082-38FB4FE52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2633135"/>
            <a:ext cx="7406640" cy="12996333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ED40E-3907-29F0-88B7-D54AB00D8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5486400"/>
            <a:ext cx="4718684" cy="10164235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4B621-609A-9BA1-D418-4C7A2C22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17349-8FDD-6CD6-3B87-3FFD78BC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9DF4B-0ACF-59B7-31F9-C055DE2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1216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7DB7-809F-C26E-0D6E-A2E934C3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63F6F-89AA-C503-2995-2F55FCDD2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487A-23A0-E80F-DAD1-127AD436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426B-04F4-6345-A153-AC47302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BA45E-3BE3-ED8F-F9DC-504B6CBE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3250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8B8F1-AC84-1C3F-B19D-54B9AEEB6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973667"/>
            <a:ext cx="315468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46EDF-95E7-296F-6606-ED01D3F1D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973667"/>
            <a:ext cx="928116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292E9-90E1-255B-9367-16C76ECD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B68EB-18E4-16EF-2846-131C7698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8CF49-A8CC-B701-F10B-2346E131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9548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40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C09CC-892D-F4C0-E1F0-EC824F76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73668"/>
            <a:ext cx="1261872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BC527-7D47-7D92-16FD-180F10C0E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4868333"/>
            <a:ext cx="1261872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42E5B-C810-AB44-6DC8-0E2FB1EEE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16950268"/>
            <a:ext cx="329184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1F05D-AA44-7C4A-DA82-2D8A7CDB6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16950268"/>
            <a:ext cx="493776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1872A-7219-1708-CE5C-DE5578FD3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16950268"/>
            <a:ext cx="329184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C09CC-892D-F4C0-E1F0-EC824F76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73668"/>
            <a:ext cx="1261872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BC527-7D47-7D92-16FD-180F10C0E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4868333"/>
            <a:ext cx="1261872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42E5B-C810-AB44-6DC8-0E2FB1EEE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16950268"/>
            <a:ext cx="329184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1F05D-AA44-7C4A-DA82-2D8A7CDB6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16950268"/>
            <a:ext cx="493776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1872A-7219-1708-CE5C-DE5578FD3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16950268"/>
            <a:ext cx="329184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7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15F0A-1A26-B563-0337-2ABA9893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Dark Night Sky with Stars Royalty Free Vector Image">
            <a:extLst>
              <a:ext uri="{FF2B5EF4-FFF2-40B4-BE49-F238E27FC236}">
                <a16:creationId xmlns:a16="http://schemas.microsoft.com/office/drawing/2014/main" id="{590B3AD0-75DB-2DB6-CB0A-21D96A65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5" t="-202" r="273" b="9428"/>
          <a:stretch>
            <a:fillRect/>
          </a:stretch>
        </p:blipFill>
        <p:spPr>
          <a:xfrm rot="5400000">
            <a:off x="-2142065" y="1382315"/>
            <a:ext cx="19061876" cy="15518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D5E941-378F-841A-C24E-7E00C0002152}"/>
              </a:ext>
            </a:extLst>
          </p:cNvPr>
          <p:cNvSpPr txBox="1"/>
          <p:nvPr/>
        </p:nvSpPr>
        <p:spPr>
          <a:xfrm>
            <a:off x="288640" y="-30003"/>
            <a:ext cx="1086529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err="1">
                <a:solidFill>
                  <a:srgbClr val="BF0000"/>
                </a:solidFill>
              </a:rPr>
              <a:t>SkyLedge</a:t>
            </a:r>
            <a:r>
              <a:rPr lang="en-US" sz="6000" b="1">
                <a:solidFill>
                  <a:srgbClr val="BF0000"/>
                </a:solidFill>
              </a:rPr>
              <a:t> </a:t>
            </a:r>
            <a:endParaRPr lang="en-US" sz="6000">
              <a:solidFill>
                <a:srgbClr val="BF0000"/>
              </a:solidFill>
            </a:endParaRPr>
          </a:p>
          <a:p>
            <a:r>
              <a:rPr lang="en-US" sz="3000">
                <a:solidFill>
                  <a:schemeClr val="bg1"/>
                </a:solidFill>
              </a:rPr>
              <a:t>Predictive Maintenance Modelling – Roadmap and Outcome</a:t>
            </a:r>
          </a:p>
        </p:txBody>
      </p:sp>
      <p:pic>
        <p:nvPicPr>
          <p:cNvPr id="13" name="Picture 12" descr="A black and red sign with white text&#10;&#10;AI-generated content may be incorrect.">
            <a:extLst>
              <a:ext uri="{FF2B5EF4-FFF2-40B4-BE49-F238E27FC236}">
                <a16:creationId xmlns:a16="http://schemas.microsoft.com/office/drawing/2014/main" id="{D130E61E-63A9-6AEF-19BD-4EAB338E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48" y="355227"/>
            <a:ext cx="1548770" cy="784710"/>
          </a:xfrm>
          <a:prstGeom prst="rect">
            <a:avLst/>
          </a:prstGeom>
        </p:spPr>
      </p:pic>
      <p:pic>
        <p:nvPicPr>
          <p:cNvPr id="15" name="Picture 14" descr="A blue and black logo&#10;&#10;AI-generated content may be incorrect.">
            <a:extLst>
              <a:ext uri="{FF2B5EF4-FFF2-40B4-BE49-F238E27FC236}">
                <a16:creationId xmlns:a16="http://schemas.microsoft.com/office/drawing/2014/main" id="{9E623EAB-954E-3D4A-970A-9F33FCC8D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2717" y="355227"/>
            <a:ext cx="784709" cy="7847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9A65B5-E68A-09F8-DC0F-429FECF0A728}"/>
              </a:ext>
            </a:extLst>
          </p:cNvPr>
          <p:cNvSpPr txBox="1"/>
          <p:nvPr/>
        </p:nvSpPr>
        <p:spPr>
          <a:xfrm>
            <a:off x="2229509" y="1786548"/>
            <a:ext cx="516721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Unplanned vehicle breakdowns lead to expensive repairs, lost operational time, and disrupted delivery schedules.</a:t>
            </a:r>
            <a:endParaRPr lang="en-US">
              <a:highlight>
                <a:srgbClr val="000000"/>
              </a:highlight>
            </a:endParaRP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FFFFFF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Traditional maintenance methods rely on fixed intervals, which often miss early signs of wear, especially in fleet environments.</a:t>
            </a:r>
          </a:p>
          <a:p>
            <a:pPr marL="285750" indent="-285750" algn="just">
              <a:buFont typeface="Arial"/>
              <a:buChar char="•"/>
            </a:pPr>
            <a:endParaRPr lang="en-US">
              <a:solidFill>
                <a:srgbClr val="FFFFFF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Without real-time visibility, both cost and safety risks increase — especially as vehicles age or are driven aggressively.</a:t>
            </a:r>
            <a:endParaRPr lang="en-US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AC933-1D98-DDFC-B581-5A0F7F3722DA}"/>
              </a:ext>
            </a:extLst>
          </p:cNvPr>
          <p:cNvSpPr/>
          <p:nvPr/>
        </p:nvSpPr>
        <p:spPr>
          <a:xfrm>
            <a:off x="615132" y="6251284"/>
            <a:ext cx="11392578" cy="10445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E4826C4B-8ED1-4B09-D7A4-79C77875764C}"/>
              </a:ext>
            </a:extLst>
          </p:cNvPr>
          <p:cNvSpPr/>
          <p:nvPr/>
        </p:nvSpPr>
        <p:spPr>
          <a:xfrm rot="5400000">
            <a:off x="9554709" y="6353044"/>
            <a:ext cx="4528612" cy="4325093"/>
          </a:xfrm>
          <a:prstGeom prst="blockArc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2DC3A-5EFD-5E28-4E17-5625857EB268}"/>
              </a:ext>
            </a:extLst>
          </p:cNvPr>
          <p:cNvSpPr/>
          <p:nvPr/>
        </p:nvSpPr>
        <p:spPr>
          <a:xfrm>
            <a:off x="6210748" y="9735309"/>
            <a:ext cx="5624946" cy="10445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BE22F0EF-1E0B-7C39-B1C1-80FF6B91A581}"/>
              </a:ext>
            </a:extLst>
          </p:cNvPr>
          <p:cNvSpPr/>
          <p:nvPr/>
        </p:nvSpPr>
        <p:spPr>
          <a:xfrm rot="16200000">
            <a:off x="3988225" y="9831793"/>
            <a:ext cx="4528612" cy="4325093"/>
          </a:xfrm>
          <a:prstGeom prst="blockArc">
            <a:avLst>
              <a:gd name="adj1" fmla="val 10800002"/>
              <a:gd name="adj2" fmla="val 21599996"/>
              <a:gd name="adj3" fmla="val 2435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3C1778-4ECC-77FB-5275-885D0273373B}"/>
              </a:ext>
            </a:extLst>
          </p:cNvPr>
          <p:cNvSpPr/>
          <p:nvPr/>
        </p:nvSpPr>
        <p:spPr>
          <a:xfrm>
            <a:off x="6220335" y="13428059"/>
            <a:ext cx="5624946" cy="8337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52687573-D172-4744-4D23-F71FC1BCA5B8}"/>
              </a:ext>
            </a:extLst>
          </p:cNvPr>
          <p:cNvSpPr/>
          <p:nvPr/>
        </p:nvSpPr>
        <p:spPr>
          <a:xfrm rot="5400000">
            <a:off x="9554708" y="13280612"/>
            <a:ext cx="4528612" cy="4325093"/>
          </a:xfrm>
          <a:prstGeom prst="blockArc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521650-BF51-97DD-C011-662AC166D1D4}"/>
              </a:ext>
            </a:extLst>
          </p:cNvPr>
          <p:cNvGrpSpPr/>
          <p:nvPr/>
        </p:nvGrpSpPr>
        <p:grpSpPr>
          <a:xfrm>
            <a:off x="633731" y="5873684"/>
            <a:ext cx="13395160" cy="11139966"/>
            <a:chOff x="-4714925" y="7236699"/>
            <a:chExt cx="13395160" cy="1113996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7D5386-31BE-9DDF-ED03-9F0C12D00BBB}"/>
                </a:ext>
              </a:extLst>
            </p:cNvPr>
            <p:cNvSpPr/>
            <p:nvPr/>
          </p:nvSpPr>
          <p:spPr>
            <a:xfrm>
              <a:off x="-4714925" y="7236699"/>
              <a:ext cx="11392578" cy="10445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C3657E1E-6477-86D7-5435-81722A901C85}"/>
                </a:ext>
              </a:extLst>
            </p:cNvPr>
            <p:cNvSpPr/>
            <p:nvPr/>
          </p:nvSpPr>
          <p:spPr>
            <a:xfrm rot="5400000">
              <a:off x="4224652" y="7338459"/>
              <a:ext cx="4528612" cy="4325093"/>
            </a:xfrm>
            <a:prstGeom prst="blockArc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09E4EC4-4D0E-A87B-B5BD-D44D6134D0DF}"/>
                </a:ext>
              </a:extLst>
            </p:cNvPr>
            <p:cNvSpPr/>
            <p:nvPr/>
          </p:nvSpPr>
          <p:spPr>
            <a:xfrm>
              <a:off x="880691" y="10720724"/>
              <a:ext cx="5624946" cy="10445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  <p:sp>
          <p:nvSpPr>
            <p:cNvPr id="26" name="Block Arc 25">
              <a:extLst>
                <a:ext uri="{FF2B5EF4-FFF2-40B4-BE49-F238E27FC236}">
                  <a16:creationId xmlns:a16="http://schemas.microsoft.com/office/drawing/2014/main" id="{9B97EEDA-7EE6-8010-34A3-A28F109693B2}"/>
                </a:ext>
              </a:extLst>
            </p:cNvPr>
            <p:cNvSpPr/>
            <p:nvPr/>
          </p:nvSpPr>
          <p:spPr>
            <a:xfrm rot="16200000">
              <a:off x="-1341832" y="10820342"/>
              <a:ext cx="4528612" cy="4325093"/>
            </a:xfrm>
            <a:prstGeom prst="blockArc">
              <a:avLst>
                <a:gd name="adj1" fmla="val 10800002"/>
                <a:gd name="adj2" fmla="val 21599996"/>
                <a:gd name="adj3" fmla="val 24359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24CE227-4231-1D42-C897-1ED3B33BA7C9}"/>
                </a:ext>
              </a:extLst>
            </p:cNvPr>
            <p:cNvSpPr/>
            <p:nvPr/>
          </p:nvSpPr>
          <p:spPr>
            <a:xfrm>
              <a:off x="880691" y="14202607"/>
              <a:ext cx="5624946" cy="10445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0A3D8562-8714-4D08-67D0-3CBAC0F868D3}"/>
                </a:ext>
              </a:extLst>
            </p:cNvPr>
            <p:cNvSpPr/>
            <p:nvPr/>
          </p:nvSpPr>
          <p:spPr>
            <a:xfrm rot="5400000">
              <a:off x="4397203" y="14093633"/>
              <a:ext cx="4173879" cy="4392185"/>
            </a:xfrm>
            <a:prstGeom prst="blockArc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rgbClr val="FFFFFF"/>
                </a:solidFill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531EE9F-A729-98FD-5D51-14D78891CFAB}"/>
              </a:ext>
            </a:extLst>
          </p:cNvPr>
          <p:cNvSpPr/>
          <p:nvPr/>
        </p:nvSpPr>
        <p:spPr>
          <a:xfrm>
            <a:off x="811668" y="6337259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F25C5E-2324-931E-365F-6B9196E35A64}"/>
              </a:ext>
            </a:extLst>
          </p:cNvPr>
          <p:cNvSpPr/>
          <p:nvPr/>
        </p:nvSpPr>
        <p:spPr>
          <a:xfrm>
            <a:off x="3573048" y="6324894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7BB974-3876-3764-A332-071FD99A0964}"/>
              </a:ext>
            </a:extLst>
          </p:cNvPr>
          <p:cNvSpPr/>
          <p:nvPr/>
        </p:nvSpPr>
        <p:spPr>
          <a:xfrm>
            <a:off x="6131657" y="6311568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C99235-DD9D-C43F-B730-4EF87ED17209}"/>
              </a:ext>
            </a:extLst>
          </p:cNvPr>
          <p:cNvSpPr/>
          <p:nvPr/>
        </p:nvSpPr>
        <p:spPr>
          <a:xfrm>
            <a:off x="8822071" y="6324894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E90D46-F607-6370-5E55-06BD6771BB79}"/>
              </a:ext>
            </a:extLst>
          </p:cNvPr>
          <p:cNvSpPr/>
          <p:nvPr/>
        </p:nvSpPr>
        <p:spPr>
          <a:xfrm>
            <a:off x="8822071" y="9880003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74AA25-C070-8226-8165-5279457FE1E3}"/>
              </a:ext>
            </a:extLst>
          </p:cNvPr>
          <p:cNvSpPr/>
          <p:nvPr/>
        </p:nvSpPr>
        <p:spPr>
          <a:xfrm>
            <a:off x="6229347" y="9880003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6B0B18-B9EC-6498-631E-3E19A5C67E66}"/>
              </a:ext>
            </a:extLst>
          </p:cNvPr>
          <p:cNvSpPr/>
          <p:nvPr/>
        </p:nvSpPr>
        <p:spPr>
          <a:xfrm>
            <a:off x="9191363" y="13289953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3B3681-0C03-3D70-955D-BEA78ACE4449}"/>
              </a:ext>
            </a:extLst>
          </p:cNvPr>
          <p:cNvSpPr/>
          <p:nvPr/>
        </p:nvSpPr>
        <p:spPr>
          <a:xfrm>
            <a:off x="6598639" y="13289953"/>
            <a:ext cx="2336006" cy="1076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D3C5B8-81FF-C3E4-0704-DB4F2C85B852}"/>
              </a:ext>
            </a:extLst>
          </p:cNvPr>
          <p:cNvSpPr/>
          <p:nvPr/>
        </p:nvSpPr>
        <p:spPr>
          <a:xfrm>
            <a:off x="1016000" y="3701146"/>
            <a:ext cx="254318" cy="21627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75A789-FC68-0363-D029-7358EA2CAFC9}"/>
              </a:ext>
            </a:extLst>
          </p:cNvPr>
          <p:cNvSpPr/>
          <p:nvPr/>
        </p:nvSpPr>
        <p:spPr>
          <a:xfrm>
            <a:off x="1067599" y="3701146"/>
            <a:ext cx="187871" cy="21627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3C17D818-7D95-9849-BA11-7AD57168CEF4}"/>
              </a:ext>
            </a:extLst>
          </p:cNvPr>
          <p:cNvSpPr/>
          <p:nvPr/>
        </p:nvSpPr>
        <p:spPr>
          <a:xfrm>
            <a:off x="98965" y="1786601"/>
            <a:ext cx="2072719" cy="2072719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7054EEAB-0DBF-4DBE-3C0E-22AB8FACBDAD}"/>
              </a:ext>
            </a:extLst>
          </p:cNvPr>
          <p:cNvSpPr/>
          <p:nvPr/>
        </p:nvSpPr>
        <p:spPr>
          <a:xfrm>
            <a:off x="251365" y="1939001"/>
            <a:ext cx="1762145" cy="1762145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FB78C-D3A6-D128-A9DA-2420D998E021}"/>
              </a:ext>
            </a:extLst>
          </p:cNvPr>
          <p:cNvSpPr txBox="1">
            <a:spLocks/>
          </p:cNvSpPr>
          <p:nvPr/>
        </p:nvSpPr>
        <p:spPr>
          <a:xfrm>
            <a:off x="411392" y="2582961"/>
            <a:ext cx="1567075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500" b="1">
                <a:solidFill>
                  <a:srgbClr val="BF0000"/>
                </a:solidFill>
              </a:rPr>
              <a:t>Problem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8577A03-2CCC-FB4C-F811-ED8D532778FF}"/>
              </a:ext>
            </a:extLst>
          </p:cNvPr>
          <p:cNvSpPr/>
          <p:nvPr/>
        </p:nvSpPr>
        <p:spPr>
          <a:xfrm>
            <a:off x="8481325" y="4950641"/>
            <a:ext cx="135950" cy="9031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pic>
        <p:nvPicPr>
          <p:cNvPr id="53" name="Graphic 52" descr="Traffic light with solid fill">
            <a:extLst>
              <a:ext uri="{FF2B5EF4-FFF2-40B4-BE49-F238E27FC236}">
                <a16:creationId xmlns:a16="http://schemas.microsoft.com/office/drawing/2014/main" id="{7B36F867-3E37-96A2-4788-FA9D9EA3F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547" y="3902718"/>
            <a:ext cx="1238070" cy="123807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B13DB36-FDF9-D5F9-1D94-B1C89286DE2A}"/>
              </a:ext>
            </a:extLst>
          </p:cNvPr>
          <p:cNvSpPr txBox="1"/>
          <p:nvPr/>
        </p:nvSpPr>
        <p:spPr>
          <a:xfrm>
            <a:off x="9315033" y="2196685"/>
            <a:ext cx="503863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 We collect real-time vehicle telemetry (RPM, temperature, throttle, etc.) using an OBD-II scanner connected to a Raspberry Pi.</a:t>
            </a:r>
            <a:endParaRPr lang="en-US">
              <a:highlight>
                <a:srgbClr val="000000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Data is uploaded to a cloud backend (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FastAPI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 + Docker) that automatically cleans,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normalises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, and engineers key features.</a:t>
            </a:r>
            <a:endParaRPr lang="en-US">
              <a:highlight>
                <a:srgbClr val="000000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The cleaned data powers machine learning models that detect stress patterns, cluster driver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behaviour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, and estimate fault risk — all visible via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centralised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 dashboard.</a:t>
            </a:r>
            <a:endParaRPr lang="en-US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58" name="Graphic 57" descr="Construction Barricade with solid fill">
            <a:extLst>
              <a:ext uri="{FF2B5EF4-FFF2-40B4-BE49-F238E27FC236}">
                <a16:creationId xmlns:a16="http://schemas.microsoft.com/office/drawing/2014/main" id="{069D9CA7-EFF7-41B9-92B7-557B4E83BA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2105" y="11067128"/>
            <a:ext cx="914400" cy="914400"/>
          </a:xfrm>
          <a:prstGeom prst="rect">
            <a:avLst/>
          </a:prstGeom>
        </p:spPr>
      </p:pic>
      <p:pic>
        <p:nvPicPr>
          <p:cNvPr id="60" name="Graphic 59" descr="Traffic cone with solid fill">
            <a:extLst>
              <a:ext uri="{FF2B5EF4-FFF2-40B4-BE49-F238E27FC236}">
                <a16:creationId xmlns:a16="http://schemas.microsoft.com/office/drawing/2014/main" id="{C8E38D25-F2C6-06EE-6F30-7CF6EA954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0020" y="9594278"/>
            <a:ext cx="914400" cy="914400"/>
          </a:xfrm>
          <a:prstGeom prst="rect">
            <a:avLst/>
          </a:prstGeom>
        </p:spPr>
      </p:pic>
      <p:pic>
        <p:nvPicPr>
          <p:cNvPr id="61" name="Graphic 60" descr="Traffic cone with solid fill">
            <a:extLst>
              <a:ext uri="{FF2B5EF4-FFF2-40B4-BE49-F238E27FC236}">
                <a16:creationId xmlns:a16="http://schemas.microsoft.com/office/drawing/2014/main" id="{3C42BBC6-5365-5372-B1E5-C30845791F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4417" y="9049987"/>
            <a:ext cx="914400" cy="9144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05BCE6C-00BA-AEF2-4CF3-9D9434E7A632}"/>
              </a:ext>
            </a:extLst>
          </p:cNvPr>
          <p:cNvSpPr txBox="1"/>
          <p:nvPr/>
        </p:nvSpPr>
        <p:spPr>
          <a:xfrm>
            <a:off x="12689028" y="8070491"/>
            <a:ext cx="1330934" cy="553998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AU" sz="3000" b="1">
                <a:solidFill>
                  <a:srgbClr val="BF0000"/>
                </a:solidFill>
              </a:rPr>
              <a:t>Plans</a:t>
            </a:r>
            <a:endParaRPr lang="en-US" sz="30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5D51A4-D516-AF3D-837C-0F6DC41D6268}"/>
              </a:ext>
            </a:extLst>
          </p:cNvPr>
          <p:cNvSpPr txBox="1"/>
          <p:nvPr/>
        </p:nvSpPr>
        <p:spPr>
          <a:xfrm>
            <a:off x="4586378" y="7576188"/>
            <a:ext cx="779660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Step 1 – Capture: Collect raw sensor logs through controlled driving sessions.</a:t>
            </a:r>
            <a:endParaRPr lang="en-US">
              <a:highlight>
                <a:srgbClr val="000000"/>
              </a:highlight>
            </a:endParaRPr>
          </a:p>
          <a:p>
            <a:pPr algn="just"/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Step 2 – Clean: Automate cleaning, filtering,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normalisation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, export to drive.</a:t>
            </a:r>
            <a:endParaRPr lang="en-US">
              <a:highlight>
                <a:srgbClr val="000000"/>
              </a:highlight>
            </a:endParaRPr>
          </a:p>
          <a:p>
            <a:pPr algn="just"/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Step 3 – Label: Apply hybrid driver behavior labelling (manual + clustering).</a:t>
            </a:r>
            <a:endParaRPr lang="en-US">
              <a:solidFill>
                <a:srgbClr val="000000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algn="just"/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Step 4 – Predictors: ML model forecast stress/risk.</a:t>
            </a:r>
            <a:endParaRPr lang="en-US">
              <a:solidFill>
                <a:srgbClr val="000000"/>
              </a:solidFill>
              <a:highlight>
                <a:srgbClr val="000000"/>
              </a:highlight>
              <a:ea typeface="+mn-lt"/>
              <a:cs typeface="+mn-lt"/>
            </a:endParaRPr>
          </a:p>
          <a:p>
            <a:pPr algn="just"/>
            <a:r>
              <a:rPr lang="en-US">
                <a:solidFill>
                  <a:srgbClr val="FFFFFF"/>
                </a:solidFill>
                <a:highlight>
                  <a:srgbClr val="000000"/>
                </a:highlight>
                <a:ea typeface="+mn-lt"/>
                <a:cs typeface="+mn-lt"/>
              </a:rPr>
              <a:t>Step 5 – Deployment: Central pipeline backend and dashboard</a:t>
            </a:r>
            <a:endParaRPr lang="en-US">
              <a:highlight>
                <a:srgbClr val="000000"/>
              </a:highlight>
              <a:ea typeface="+mn-lt"/>
              <a:cs typeface="+mn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302B3E-D9E9-A85E-9E4A-8F4293190017}"/>
              </a:ext>
            </a:extLst>
          </p:cNvPr>
          <p:cNvSpPr txBox="1"/>
          <p:nvPr/>
        </p:nvSpPr>
        <p:spPr>
          <a:xfrm>
            <a:off x="-4695" y="7958050"/>
            <a:ext cx="278897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3000" b="1">
                <a:solidFill>
                  <a:srgbClr val="BF0000"/>
                </a:solidFill>
              </a:rPr>
              <a:t>Progress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0AA29-6DC8-8D76-717F-A001794C3B12}"/>
              </a:ext>
            </a:extLst>
          </p:cNvPr>
          <p:cNvSpPr txBox="1"/>
          <p:nvPr/>
        </p:nvSpPr>
        <p:spPr>
          <a:xfrm>
            <a:off x="8330443" y="4043887"/>
            <a:ext cx="895036" cy="9520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🔴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🟡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🟢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C99DF8-6E80-078C-84E0-D2A18CB18E04}"/>
              </a:ext>
            </a:extLst>
          </p:cNvPr>
          <p:cNvSpPr txBox="1"/>
          <p:nvPr/>
        </p:nvSpPr>
        <p:spPr>
          <a:xfrm>
            <a:off x="6307650" y="5263170"/>
            <a:ext cx="30323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⚠️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9F99BC-698A-9224-298E-94578B419C70}"/>
              </a:ext>
            </a:extLst>
          </p:cNvPr>
          <p:cNvSpPr txBox="1"/>
          <p:nvPr/>
        </p:nvSpPr>
        <p:spPr>
          <a:xfrm>
            <a:off x="12079245" y="1539496"/>
            <a:ext cx="22787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AU" sz="3000" b="1">
                <a:solidFill>
                  <a:srgbClr val="BF0000"/>
                </a:solidFill>
              </a:rPr>
              <a:t>Approach</a:t>
            </a:r>
            <a:endParaRPr lang="en-US" sz="3000">
              <a:solidFill>
                <a:srgbClr val="B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06FF36-32FB-8576-D446-E168FACBDE8B}"/>
              </a:ext>
            </a:extLst>
          </p:cNvPr>
          <p:cNvSpPr txBox="1"/>
          <p:nvPr/>
        </p:nvSpPr>
        <p:spPr>
          <a:xfrm>
            <a:off x="12703011" y="12293384"/>
            <a:ext cx="1980483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500" b="1">
                <a:solidFill>
                  <a:schemeClr val="bg1"/>
                </a:solidFill>
              </a:rPr>
              <a:t>FIND MORE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9" name="Picture 58" descr="A qr code with a blue letter&#10;&#10;AI-generated content may be incorrect.">
            <a:extLst>
              <a:ext uri="{FF2B5EF4-FFF2-40B4-BE49-F238E27FC236}">
                <a16:creationId xmlns:a16="http://schemas.microsoft.com/office/drawing/2014/main" id="{6A7FC4C1-2B5D-7DEB-C04F-EBBE19A1A5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36064" y="10850712"/>
            <a:ext cx="1455849" cy="1455708"/>
          </a:xfrm>
          <a:prstGeom prst="rect">
            <a:avLst/>
          </a:prstGeom>
        </p:spPr>
      </p:pic>
      <p:sp>
        <p:nvSpPr>
          <p:cNvPr id="12" name="Explosion: 8 Points 11">
            <a:extLst>
              <a:ext uri="{FF2B5EF4-FFF2-40B4-BE49-F238E27FC236}">
                <a16:creationId xmlns:a16="http://schemas.microsoft.com/office/drawing/2014/main" id="{3FE91E02-7E06-047F-2BF1-D37A6BFE8209}"/>
              </a:ext>
            </a:extLst>
          </p:cNvPr>
          <p:cNvSpPr/>
          <p:nvPr/>
        </p:nvSpPr>
        <p:spPr>
          <a:xfrm>
            <a:off x="6104844" y="11624003"/>
            <a:ext cx="4492014" cy="3843842"/>
          </a:xfrm>
          <a:prstGeom prst="irregularSeal1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EDCD9F-6BDB-3FD4-D7FB-41F125CECF93}"/>
              </a:ext>
            </a:extLst>
          </p:cNvPr>
          <p:cNvSpPr txBox="1"/>
          <p:nvPr/>
        </p:nvSpPr>
        <p:spPr>
          <a:xfrm>
            <a:off x="6677916" y="13271460"/>
            <a:ext cx="320704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b="1">
                <a:solidFill>
                  <a:srgbClr val="BF0000"/>
                </a:solidFill>
              </a:rPr>
              <a:t>Future Plans</a:t>
            </a:r>
            <a:r>
              <a:rPr lang="en-US" sz="3000"/>
              <a:t>​</a:t>
            </a:r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A047A1-3E6E-41EB-2859-6EDE7E80741A}"/>
              </a:ext>
            </a:extLst>
          </p:cNvPr>
          <p:cNvSpPr txBox="1"/>
          <p:nvPr/>
        </p:nvSpPr>
        <p:spPr>
          <a:xfrm>
            <a:off x="4940781" y="14377003"/>
            <a:ext cx="349191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highlight>
                  <a:srgbClr val="000000"/>
                </a:highlight>
              </a:rPr>
              <a:t>Expand Data Coverage</a:t>
            </a:r>
          </a:p>
          <a:p>
            <a:r>
              <a:rPr lang="en-US" sz="1500">
                <a:solidFill>
                  <a:schemeClr val="bg1"/>
                </a:solidFill>
                <a:highlight>
                  <a:srgbClr val="000000"/>
                </a:highlight>
              </a:rPr>
              <a:t>Continue capturing diverse driving conditions to improve model </a:t>
            </a:r>
            <a:r>
              <a:rPr lang="en-US" sz="1500" err="1">
                <a:solidFill>
                  <a:schemeClr val="bg1"/>
                </a:solidFill>
                <a:highlight>
                  <a:srgbClr val="000000"/>
                </a:highlight>
              </a:rPr>
              <a:t>generalisation</a:t>
            </a:r>
            <a:r>
              <a:rPr lang="en-US" sz="150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</a:p>
          <a:p>
            <a:endParaRPr lang="en-US" sz="150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b="1">
                <a:solidFill>
                  <a:schemeClr val="bg1"/>
                </a:solidFill>
                <a:highlight>
                  <a:srgbClr val="000000"/>
                </a:highlight>
              </a:rPr>
              <a:t>Maintenance Modelling</a:t>
            </a:r>
          </a:p>
          <a:p>
            <a:r>
              <a:rPr lang="en-US" sz="1500">
                <a:solidFill>
                  <a:schemeClr val="bg1"/>
                </a:solidFill>
                <a:highlight>
                  <a:srgbClr val="000000"/>
                </a:highlight>
              </a:rPr>
              <a:t>Redefine Maintenance. Predict targeted subsystems diagnostics. Implement LSTM time-series prediction.</a:t>
            </a:r>
          </a:p>
          <a:p>
            <a:endParaRPr lang="en-US" sz="150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b="1">
                <a:solidFill>
                  <a:schemeClr val="bg1"/>
                </a:solidFill>
                <a:highlight>
                  <a:srgbClr val="000000"/>
                </a:highlight>
              </a:rPr>
              <a:t>Refine Driving Style Labelling</a:t>
            </a:r>
          </a:p>
          <a:p>
            <a:r>
              <a:rPr lang="en-US" sz="1500">
                <a:solidFill>
                  <a:schemeClr val="bg1"/>
                </a:solidFill>
                <a:highlight>
                  <a:srgbClr val="000000"/>
                </a:highlight>
              </a:rPr>
              <a:t>Strengthen hybrid labelling pipeline combining clustering and manual tags.</a:t>
            </a:r>
          </a:p>
          <a:p>
            <a:endParaRPr lang="en-US" sz="1500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 sz="150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64B881-4539-057F-09D6-277EDAE66DC1}"/>
              </a:ext>
            </a:extLst>
          </p:cNvPr>
          <p:cNvSpPr txBox="1"/>
          <p:nvPr/>
        </p:nvSpPr>
        <p:spPr>
          <a:xfrm>
            <a:off x="8345612" y="14263778"/>
            <a:ext cx="331844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Upgrade Dashboard Features</a:t>
            </a:r>
            <a:r>
              <a:rPr lang="en-US" b="1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Add real-time alerts, session tagging, and driver-level insights.</a:t>
            </a:r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Security &amp; Transparency</a:t>
            </a:r>
            <a:r>
              <a:rPr lang="en-US" b="1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Apply encryption, access control, and model explainability practices.</a:t>
            </a:r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Industry Collaboration</a:t>
            </a:r>
            <a:r>
              <a:rPr lang="en-US" b="1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Pilot the system with logistics or fleet partners to validate real-world value.</a:t>
            </a:r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Benchmark &amp; Continuously</a:t>
            </a:r>
            <a:r>
              <a:rPr lang="en-US" b="1">
                <a:highlight>
                  <a:srgbClr val="000000"/>
                </a:highlight>
                <a:cs typeface="Segoe UI"/>
              </a:rPr>
              <a:t>​</a:t>
            </a:r>
          </a:p>
          <a:p>
            <a:r>
              <a:rPr lang="en-US" sz="1500">
                <a:solidFill>
                  <a:srgbClr val="FFFFFF"/>
                </a:solidFill>
                <a:highlight>
                  <a:srgbClr val="000000"/>
                </a:highlight>
                <a:cs typeface="Segoe UI"/>
              </a:rPr>
              <a:t>Compare with industry tools, automate retraining, and apply user feedback loops.</a:t>
            </a:r>
          </a:p>
        </p:txBody>
      </p:sp>
      <p:pic>
        <p:nvPicPr>
          <p:cNvPr id="6" name="Picture 5" descr="A diagram of a car&#10;&#10;AI-generated content may be incorrect.">
            <a:extLst>
              <a:ext uri="{FF2B5EF4-FFF2-40B4-BE49-F238E27FC236}">
                <a16:creationId xmlns:a16="http://schemas.microsoft.com/office/drawing/2014/main" id="{77D2168C-6659-AA57-E8D5-D0F34CAE81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1047" y="10575738"/>
            <a:ext cx="3857234" cy="26744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5FF58D-3121-5FAB-8D16-7CB2FA880DBD}"/>
              </a:ext>
            </a:extLst>
          </p:cNvPr>
          <p:cNvSpPr txBox="1"/>
          <p:nvPr/>
        </p:nvSpPr>
        <p:spPr>
          <a:xfrm>
            <a:off x="-5615" y="8593251"/>
            <a:ext cx="4252628" cy="90947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100" b="1">
                <a:solidFill>
                  <a:schemeClr val="bg1"/>
                </a:solidFill>
                <a:highlight>
                  <a:srgbClr val="000000"/>
                </a:highlight>
              </a:rPr>
              <a:t>Sprint 1 – Foundation &amp; Research</a:t>
            </a:r>
            <a:endParaRPr lang="en-US" sz="2100">
              <a:solidFill>
                <a:schemeClr val="bg1"/>
              </a:solidFill>
            </a:endParaRP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Explored OBD-II datasets &amp; literature on predictive maintenance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Designed system architecture &amp; evaluated ML models (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XGBoost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, LSTM)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Prototyped cleaning and 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visualisation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workflows using public data</a:t>
            </a:r>
          </a:p>
          <a:p>
            <a:pPr algn="just"/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just"/>
            <a:r>
              <a:rPr lang="en-US" sz="2100" b="1">
                <a:solidFill>
                  <a:schemeClr val="bg1"/>
                </a:solidFill>
                <a:highlight>
                  <a:srgbClr val="000000"/>
                </a:highlight>
              </a:rPr>
              <a:t>Sprint 2 – Logging &amp; Automation</a:t>
            </a:r>
            <a:endParaRPr lang="en-US" sz="2100" b="1">
              <a:solidFill>
                <a:schemeClr val="bg1"/>
              </a:solidFill>
            </a:endParaRP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Collected physical OBD-II data logs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Developed Python script for high- and low-frequency PID logging</a:t>
            </a:r>
            <a:endParaRPr lang="en-US">
              <a:solidFill>
                <a:schemeClr val="bg1"/>
              </a:solidFill>
            </a:endParaRPr>
          </a:p>
          <a:p>
            <a:pPr marL="228600" indent="-228600" algn="just">
              <a:buFont typeface=""/>
              <a:buChar char="•"/>
            </a:pP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Standardised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cleaning pipeline with timestamp validation &amp; feature engineering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Deployed cleaning automation 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FastAPI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backend on Hugging Face Spaces with Google Drive syncing</a:t>
            </a:r>
          </a:p>
          <a:p>
            <a:pPr algn="just"/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just"/>
            <a:r>
              <a:rPr lang="en-US" sz="2100" b="1">
                <a:solidFill>
                  <a:schemeClr val="bg1"/>
                </a:solidFill>
                <a:highlight>
                  <a:srgbClr val="000000"/>
                </a:highlight>
              </a:rPr>
              <a:t>Sprint 3 – Insights &amp; Prototyping</a:t>
            </a:r>
            <a:endParaRPr lang="en-US" sz="2100" b="1">
              <a:solidFill>
                <a:schemeClr val="bg1"/>
              </a:solidFill>
            </a:endParaRP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Integrated web-based dashboard for live log status and admin control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Applied K-Means clustering for driving style detection and labelling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Labelled 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MaintenanceNeed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using Isolation Forest (high-stress detection)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Trained &amp; evaluated Random Forest/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XGBoost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with SHAP-based insights</a:t>
            </a:r>
          </a:p>
          <a:p>
            <a:pPr marL="228600" indent="-228600" algn="just">
              <a:buFont typeface=""/>
              <a:buChar char="•"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Received </a:t>
            </a:r>
            <a:r>
              <a:rPr lang="en-US" err="1">
                <a:solidFill>
                  <a:schemeClr val="bg1"/>
                </a:solidFill>
                <a:highlight>
                  <a:srgbClr val="000000"/>
                </a:highlight>
              </a:rPr>
              <a:t>SkyLedge</a:t>
            </a:r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 feedback to refine focus on subsystem-level and time-series predictions</a:t>
            </a:r>
          </a:p>
        </p:txBody>
      </p:sp>
      <p:pic>
        <p:nvPicPr>
          <p:cNvPr id="14" name="Picture 13" descr="An orange engine symbol&#10;&#10;AI-generated content may be incorrect.">
            <a:extLst>
              <a:ext uri="{FF2B5EF4-FFF2-40B4-BE49-F238E27FC236}">
                <a16:creationId xmlns:a16="http://schemas.microsoft.com/office/drawing/2014/main" id="{39965EC0-D84B-5024-C647-343627275A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8383" y="2090718"/>
            <a:ext cx="1696316" cy="1592549"/>
          </a:xfrm>
          <a:prstGeom prst="rect">
            <a:avLst/>
          </a:prstGeom>
        </p:spPr>
      </p:pic>
      <p:pic>
        <p:nvPicPr>
          <p:cNvPr id="19" name="Graphic 18" descr="Convertible with solid fill">
            <a:extLst>
              <a:ext uri="{FF2B5EF4-FFF2-40B4-BE49-F238E27FC236}">
                <a16:creationId xmlns:a16="http://schemas.microsoft.com/office/drawing/2014/main" id="{ACAC64FE-DA52-6D7F-6D66-CF4D794572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24162" y="3854889"/>
            <a:ext cx="3153067" cy="31030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7C57660-B672-5671-DE62-1F52B28B727B}"/>
              </a:ext>
            </a:extLst>
          </p:cNvPr>
          <p:cNvSpPr txBox="1"/>
          <p:nvPr/>
        </p:nvSpPr>
        <p:spPr>
          <a:xfrm>
            <a:off x="6392198" y="5306731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/>
              <a:t>⚠️</a:t>
            </a:r>
          </a:p>
        </p:txBody>
      </p:sp>
      <p:pic>
        <p:nvPicPr>
          <p:cNvPr id="22" name="Picture 21" descr="A computer chip with many different components&#10;&#10;AI-generated content may be incorrect.">
            <a:extLst>
              <a:ext uri="{FF2B5EF4-FFF2-40B4-BE49-F238E27FC236}">
                <a16:creationId xmlns:a16="http://schemas.microsoft.com/office/drawing/2014/main" id="{87281EB4-6E20-A1CD-AC59-58C12B21B3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68123" y="5541750"/>
            <a:ext cx="1202445" cy="113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4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2025-06-13T03:59:56Z</dcterms:created>
  <dcterms:modified xsi:type="dcterms:W3CDTF">2025-06-13T11:11:19Z</dcterms:modified>
</cp:coreProperties>
</file>